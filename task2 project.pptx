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11FE-1FF2-16DE-CA07-156F76A299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BE7D61-7009-0DFA-4A59-0CA99F2546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CE3BC6-F169-DB6C-81F3-A9951BB78F7E}"/>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9FAFF260-639B-EF0A-4453-876B2DFF27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AF59EF-7069-6497-490D-396C2126C3A6}"/>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224972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514C-31C5-CD67-A69A-84AC9C1A47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48E141-8603-6B4B-0DC9-1DCFE44994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03586D-D9FF-BE4B-58AB-31FCACFCF6A0}"/>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D83360D6-976C-4E48-64EB-F80DDDD546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581AF2-354B-1B62-7E9A-2C14E1E3811F}"/>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103776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5420-CAB6-FDD4-56B5-FB8B9E4392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523781-1F57-6DE5-6425-4DE496BB6B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4C1A21-E602-2ABB-55E7-6F807A0A7005}"/>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C4FA9F94-C990-3741-A03B-03509FA8CB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D69F21-11B1-DE31-58F9-B4CC64534A8C}"/>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4063625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69D7-4538-955F-41D9-C4AAE75ACF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59D642-9FBB-521E-4E32-93CB46D315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BBF8E8-F07A-EB7A-B4FA-B549E55972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511C38-3DAA-07FB-3364-BCFCDB75996F}"/>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6" name="Footer Placeholder 5">
            <a:extLst>
              <a:ext uri="{FF2B5EF4-FFF2-40B4-BE49-F238E27FC236}">
                <a16:creationId xmlns:a16="http://schemas.microsoft.com/office/drawing/2014/main" id="{CE14855C-16F6-1B24-D940-C08BD5B0FA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D8145A-4BF6-5B8A-DAFD-9D60FD86A543}"/>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2481472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C31C-9A34-88F9-5A2D-B236EA18B3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7312A0-CF14-B590-4AE8-2FD8071A84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2557F6-A22B-766A-8441-7F005DAA2D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414060-56EC-268C-7679-DAA1449C4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9D4536-D83D-4007-530D-7A2FEF6CC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D4611C-8F35-3E65-6E17-69991DA0611C}"/>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8" name="Footer Placeholder 7">
            <a:extLst>
              <a:ext uri="{FF2B5EF4-FFF2-40B4-BE49-F238E27FC236}">
                <a16:creationId xmlns:a16="http://schemas.microsoft.com/office/drawing/2014/main" id="{9B28F6EA-8FA4-0B04-60A0-07D44FF607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71D778-7D31-FDCC-FC39-1DD47D8C7103}"/>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1251887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F69D8-EC83-AB9D-CA01-3CFA8DC38E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B5D9C3-39FD-232D-31C5-17CAAA0C2B55}"/>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4" name="Footer Placeholder 3">
            <a:extLst>
              <a:ext uri="{FF2B5EF4-FFF2-40B4-BE49-F238E27FC236}">
                <a16:creationId xmlns:a16="http://schemas.microsoft.com/office/drawing/2014/main" id="{D3B1EC40-0311-BEF0-5DDC-0C6056133F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213CFB-FB39-B93B-829D-AFE24B4B5927}"/>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1277976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95A8-BB9E-BF67-1CE8-AFCEDC016812}"/>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3" name="Footer Placeholder 2">
            <a:extLst>
              <a:ext uri="{FF2B5EF4-FFF2-40B4-BE49-F238E27FC236}">
                <a16:creationId xmlns:a16="http://schemas.microsoft.com/office/drawing/2014/main" id="{60DE09A6-11A0-F309-9847-B9C8C7108F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044C0F-E985-D19C-2E43-B59BAED43F74}"/>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577388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64B5-AFEF-5611-8CF7-0C0A33EC6F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2DF6E9-EDC8-E471-E200-3D383A788E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E4C3AE-33E9-649D-1297-A2D3A32F7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0D4369-0539-5E85-58ED-FA3BDD34CD29}"/>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6" name="Footer Placeholder 5">
            <a:extLst>
              <a:ext uri="{FF2B5EF4-FFF2-40B4-BE49-F238E27FC236}">
                <a16:creationId xmlns:a16="http://schemas.microsoft.com/office/drawing/2014/main" id="{BCB76A87-5BC5-0EC4-F2E0-9D73E92EBD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EABE68-75E5-E8C9-8768-E3DC5D8649FE}"/>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79378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11356-A492-EFEF-2DAB-ABD62FABF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432018-69ED-C771-A608-71D3A80450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FBF2A5-45F4-9CC1-789D-A16EE82A4F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7C144-4157-22F8-F767-D9E847BA82B5}"/>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6" name="Footer Placeholder 5">
            <a:extLst>
              <a:ext uri="{FF2B5EF4-FFF2-40B4-BE49-F238E27FC236}">
                <a16:creationId xmlns:a16="http://schemas.microsoft.com/office/drawing/2014/main" id="{C0C776D3-C1C6-A84D-F8C2-3566C72C91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2B7658-02F1-107F-35F0-D3C6EA1FBEB6}"/>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283433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142F7-28F1-29F3-F462-A47AFFE4B0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5A78B9-4EDC-61A9-3C2E-6C53842642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CEE8B-BA52-BF53-7C30-7BE01C54E6F6}"/>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24FA1D28-72AF-4286-E7A2-A0198AB262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2172A-2BAD-C5FD-A1E9-219998DD6DA4}"/>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1329052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31EBE7-1000-E950-107C-5C13B752DA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E20F1B-412A-9462-A4BA-3A62319723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C7A157-2D63-FF47-C794-BEC13674D653}"/>
              </a:ext>
            </a:extLst>
          </p:cNvPr>
          <p:cNvSpPr>
            <a:spLocks noGrp="1"/>
          </p:cNvSpPr>
          <p:nvPr>
            <p:ph type="dt" sz="half" idx="10"/>
          </p:nvPr>
        </p:nvSpPr>
        <p:spPr/>
        <p:txBody>
          <a:body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9F4D1BE6-2A2B-35D2-B19E-7BC3C8FDE4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D04B15-C19E-89C8-2F66-BDB53748A9FD}"/>
              </a:ext>
            </a:extLst>
          </p:cNvPr>
          <p:cNvSpPr>
            <a:spLocks noGrp="1"/>
          </p:cNvSpPr>
          <p:nvPr>
            <p:ph type="sldNum" sz="quarter" idx="12"/>
          </p:nvPr>
        </p:nvSpPr>
        <p:spPr/>
        <p:txBody>
          <a:bodyPr/>
          <a:lstStyle/>
          <a:p>
            <a:fld id="{36B577DA-F2DD-4D24-A063-AD5156812C57}" type="slidenum">
              <a:rPr lang="en-IN" smtClean="0"/>
              <a:t>‹#›</a:t>
            </a:fld>
            <a:endParaRPr lang="en-IN"/>
          </a:p>
        </p:txBody>
      </p:sp>
    </p:spTree>
    <p:extLst>
      <p:ext uri="{BB962C8B-B14F-4D97-AF65-F5344CB8AC3E}">
        <p14:creationId xmlns:p14="http://schemas.microsoft.com/office/powerpoint/2010/main" val="52357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F67ED0-D30C-1C9E-AE88-4874B5C7B0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036A31-748F-335D-A089-3A3DC71D2E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30C12C-E458-81DE-10BE-6270946664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643E0C-BE67-4864-B9EA-5125531CB8C1}" type="datetimeFigureOut">
              <a:rPr lang="en-IN" smtClean="0"/>
              <a:t>31-03-2026</a:t>
            </a:fld>
            <a:endParaRPr lang="en-IN"/>
          </a:p>
        </p:txBody>
      </p:sp>
      <p:sp>
        <p:nvSpPr>
          <p:cNvPr id="5" name="Footer Placeholder 4">
            <a:extLst>
              <a:ext uri="{FF2B5EF4-FFF2-40B4-BE49-F238E27FC236}">
                <a16:creationId xmlns:a16="http://schemas.microsoft.com/office/drawing/2014/main" id="{F4731B6E-DB73-CD1A-4B58-AF4703CEAE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06F21E8-E788-D383-2ECA-6217A51D61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B577DA-F2DD-4D24-A063-AD5156812C57}" type="slidenum">
              <a:rPr lang="en-IN" smtClean="0"/>
              <a:t>‹#›</a:t>
            </a:fld>
            <a:endParaRPr lang="en-IN"/>
          </a:p>
        </p:txBody>
      </p:sp>
    </p:spTree>
    <p:extLst>
      <p:ext uri="{BB962C8B-B14F-4D97-AF65-F5344CB8AC3E}">
        <p14:creationId xmlns:p14="http://schemas.microsoft.com/office/powerpoint/2010/main" val="1106204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B5B85B-2CC0-EC45-5798-626137BB0A34}"/>
              </a:ext>
            </a:extLst>
          </p:cNvPr>
          <p:cNvSpPr txBox="1"/>
          <p:nvPr/>
        </p:nvSpPr>
        <p:spPr>
          <a:xfrm>
            <a:off x="1989666" y="929144"/>
            <a:ext cx="7890933" cy="3970318"/>
          </a:xfrm>
          <a:prstGeom prst="rect">
            <a:avLst/>
          </a:prstGeom>
          <a:noFill/>
        </p:spPr>
        <p:txBody>
          <a:bodyPr wrap="square">
            <a:spAutoFit/>
          </a:bodyPr>
          <a:lstStyle/>
          <a:p>
            <a:r>
              <a:rPr lang="en-IN" dirty="0"/>
              <a:t>For our project, we chose LinkedIn as our primary platform. LinkedIn is mainly used for professional networking, career development, and showcasing skills and achievements. It allows users to create a digital resume, connect with professionals, follow companies, and explore internships or job opportunities.</a:t>
            </a:r>
          </a:p>
          <a:p>
            <a:r>
              <a:rPr lang="en-IN" dirty="0"/>
              <a:t>Over the next four years, we plan to actively build and maintain our LinkedIn profiles. We will regularly update our profiles with academic achievements, certifications, projects, and internships. We also plan to connect with seniors, professors, and industry professionals to expand our network and gain guidance. Additionally, we will engage with posts related to our field, share our learning experiences, and stay updated on industry trends.</a:t>
            </a:r>
          </a:p>
          <a:p>
            <a:r>
              <a:rPr lang="en-IN" dirty="0"/>
              <a:t>By consistently using LinkedIn in this way, we aim to develop a strong professional presence. This will not only help us during campus placements but also open up opportunities for internships, collaborations, and career growth in the future.</a:t>
            </a:r>
          </a:p>
        </p:txBody>
      </p:sp>
    </p:spTree>
    <p:extLst>
      <p:ext uri="{BB962C8B-B14F-4D97-AF65-F5344CB8AC3E}">
        <p14:creationId xmlns:p14="http://schemas.microsoft.com/office/powerpoint/2010/main" val="1731398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174</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sandhyasandhya13666@outlook.com</dc:creator>
  <cp:lastModifiedBy>sandhyasandhya13666@outlook.com</cp:lastModifiedBy>
  <cp:revision>1</cp:revision>
  <dcterms:created xsi:type="dcterms:W3CDTF">2026-03-31T14:53:16Z</dcterms:created>
  <dcterms:modified xsi:type="dcterms:W3CDTF">2026-03-31T14:53:17Z</dcterms:modified>
</cp:coreProperties>
</file>