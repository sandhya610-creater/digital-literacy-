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BC831-60D2-F4D6-E534-7C00CB8B5C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95489B-BEE5-D338-8787-E57F2231BB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75144AD-7DF2-A2B0-5AB9-11F5FBCAB8E2}"/>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5986E684-6AF6-CAAD-7225-9AFFD3091A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C3A5B4-B141-1E65-AE02-483BD0F447D6}"/>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500907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DDA4F-B5A9-BAB1-7D12-29117BF7CA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96E714-7C27-8C94-66FB-356CB9795AA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E0B39E-C06E-E4D3-A427-C7A4035031B4}"/>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2122D20F-9AB7-12C7-DB3E-152572486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34758D-D32B-7F8D-B394-98F782FD551E}"/>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13053731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C26C6-16D8-AB0A-18D5-966343FDA9B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7762DB-5346-5C4B-B1FC-4E6D32C7E20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2EE7B2-D535-49A7-0DD1-AEF3CBA20E66}"/>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CC08E6C0-B552-4877-DD85-5EEA4E7728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740967-FFFE-D66E-5437-DF30A4C529F6}"/>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118668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C156-9D1A-47E7-FDA6-6C731D1FB0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5900C8-87A6-1853-8A09-13126E7F81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C2CF4E2-72B3-A282-ECAC-D36BE4AAF5D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23C9F0-B738-4D4B-378E-41D446008CB3}"/>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6" name="Footer Placeholder 5">
            <a:extLst>
              <a:ext uri="{FF2B5EF4-FFF2-40B4-BE49-F238E27FC236}">
                <a16:creationId xmlns:a16="http://schemas.microsoft.com/office/drawing/2014/main" id="{215343E3-FC02-8B35-C790-A05A7DE41E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0CB8A4-39BC-B5EA-584A-D1A706D3FF2F}"/>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3157671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8E4C-EAC5-DCA3-52BF-1EA72BDFA97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2905272-4389-8EDF-CD46-5FACCB84B2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94643E-4F8E-D3E0-7265-87B0AC4751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D1A672-B6C1-03EA-EBCD-E713866448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465BFD-0528-2FEF-23B9-4BAC8E7615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534EA9D-B276-424E-CFCD-1B70801B5D70}"/>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8" name="Footer Placeholder 7">
            <a:extLst>
              <a:ext uri="{FF2B5EF4-FFF2-40B4-BE49-F238E27FC236}">
                <a16:creationId xmlns:a16="http://schemas.microsoft.com/office/drawing/2014/main" id="{699DECB9-4616-4D7F-680A-C7DC82C9815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8A5257E-0A25-4315-6796-8B4C21FB77D4}"/>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356874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E5E89-F79D-27FA-63ED-4CFA89EF426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4535E9-502F-B71F-71DC-B3690CC96DF7}"/>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4" name="Footer Placeholder 3">
            <a:extLst>
              <a:ext uri="{FF2B5EF4-FFF2-40B4-BE49-F238E27FC236}">
                <a16:creationId xmlns:a16="http://schemas.microsoft.com/office/drawing/2014/main" id="{64C3FA51-1FCB-8A5A-DEBB-6AA4AA24561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F11A152-8C4D-47EB-E221-F95EB280DF5E}"/>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3240644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5E65798-9CAE-3E7B-FADC-C5BE5258D9F7}"/>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3" name="Footer Placeholder 2">
            <a:extLst>
              <a:ext uri="{FF2B5EF4-FFF2-40B4-BE49-F238E27FC236}">
                <a16:creationId xmlns:a16="http://schemas.microsoft.com/office/drawing/2014/main" id="{E33BAC37-D0B0-C8AC-8F9F-442023017E0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6AD430-B62F-2183-B74C-267E9BFDB572}"/>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216161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8D79-2ED6-22DE-B34D-2ADF455AB9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6B7D428-0069-DA32-D437-75DA6308C8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FC28F3E-8997-DE76-1EBE-D22270B33F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18A6C8-B3B7-2EFA-33EF-67F3AB3F197D}"/>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6" name="Footer Placeholder 5">
            <a:extLst>
              <a:ext uri="{FF2B5EF4-FFF2-40B4-BE49-F238E27FC236}">
                <a16:creationId xmlns:a16="http://schemas.microsoft.com/office/drawing/2014/main" id="{3512FF1C-2434-DB01-0413-436C6F192A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2DC783-4827-3D25-ECE9-11369DF8A2C8}"/>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3800873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98D3C-AE82-05A8-E2BF-58E6841952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3AD21F9-41D9-0647-9AD1-5F18D868C9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FDF1424-8F6B-D4B0-FA93-15895119E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BE2754-8A04-249D-C1DA-DB7075EB87E5}"/>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6" name="Footer Placeholder 5">
            <a:extLst>
              <a:ext uri="{FF2B5EF4-FFF2-40B4-BE49-F238E27FC236}">
                <a16:creationId xmlns:a16="http://schemas.microsoft.com/office/drawing/2014/main" id="{7DDA6FDC-5464-667A-230A-9F3E9C522A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CBDBA4-AF50-0935-5F83-E804FEEE4053}"/>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216063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EF9D6-C94D-0798-CA02-8577222CDC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EFDF65-D092-9C1F-DE1A-5AFCBCF14C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A6BC3A-2AB7-E5E3-6827-7E3E4522F995}"/>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0E0EF8C7-4A02-235D-657F-C73E2E57E6B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8559F6F-3531-A346-DE0C-75A77274038F}"/>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213472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A007DA-64C4-9A3E-9580-92D5C9999E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481FFF-7FE7-53F1-7598-F823A0C98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BA3D73-F013-6AAA-7569-9B032FCAE052}"/>
              </a:ext>
            </a:extLst>
          </p:cNvPr>
          <p:cNvSpPr>
            <a:spLocks noGrp="1"/>
          </p:cNvSpPr>
          <p:nvPr>
            <p:ph type="dt" sz="half" idx="10"/>
          </p:nvPr>
        </p:nvSpPr>
        <p:spPr/>
        <p:txBody>
          <a:body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20447779-CAE5-CB42-89CE-47E2BC874B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838535-19C1-1F48-76EB-DF5C14194039}"/>
              </a:ext>
            </a:extLst>
          </p:cNvPr>
          <p:cNvSpPr>
            <a:spLocks noGrp="1"/>
          </p:cNvSpPr>
          <p:nvPr>
            <p:ph type="sldNum" sz="quarter" idx="12"/>
          </p:nvPr>
        </p:nvSpPr>
        <p:spPr/>
        <p:txBody>
          <a:bodyPr/>
          <a:lstStyle/>
          <a:p>
            <a:fld id="{E1C6F1C5-522B-412A-A435-9E556393122A}" type="slidenum">
              <a:rPr lang="en-IN" smtClean="0"/>
              <a:t>‹#›</a:t>
            </a:fld>
            <a:endParaRPr lang="en-IN"/>
          </a:p>
        </p:txBody>
      </p:sp>
    </p:spTree>
    <p:extLst>
      <p:ext uri="{BB962C8B-B14F-4D97-AF65-F5344CB8AC3E}">
        <p14:creationId xmlns:p14="http://schemas.microsoft.com/office/powerpoint/2010/main" val="2478883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C70C58-C05A-C0AB-F9B3-CDD0F8A7F7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BBA2D-35B7-892F-ECB1-808929B81C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2ABCBA-2EDA-1290-EF18-917DD20F7E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EEECB9-B3A6-4314-BE7E-B427A4EAF2F2}" type="datetimeFigureOut">
              <a:rPr lang="en-IN" smtClean="0"/>
              <a:t>31-03-2026</a:t>
            </a:fld>
            <a:endParaRPr lang="en-IN"/>
          </a:p>
        </p:txBody>
      </p:sp>
      <p:sp>
        <p:nvSpPr>
          <p:cNvPr id="5" name="Footer Placeholder 4">
            <a:extLst>
              <a:ext uri="{FF2B5EF4-FFF2-40B4-BE49-F238E27FC236}">
                <a16:creationId xmlns:a16="http://schemas.microsoft.com/office/drawing/2014/main" id="{99E511CF-D630-6213-6C8C-FB5731829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6FD68B8F-37E6-DAB9-4112-26C4E070FE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C6F1C5-522B-412A-A435-9E556393122A}" type="slidenum">
              <a:rPr lang="en-IN" smtClean="0"/>
              <a:t>‹#›</a:t>
            </a:fld>
            <a:endParaRPr lang="en-IN"/>
          </a:p>
        </p:txBody>
      </p:sp>
    </p:spTree>
    <p:extLst>
      <p:ext uri="{BB962C8B-B14F-4D97-AF65-F5344CB8AC3E}">
        <p14:creationId xmlns:p14="http://schemas.microsoft.com/office/powerpoint/2010/main" val="6364280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40C2D9-696F-AF83-B3D3-546F35F469DC}"/>
              </a:ext>
            </a:extLst>
          </p:cNvPr>
          <p:cNvSpPr txBox="1"/>
          <p:nvPr/>
        </p:nvSpPr>
        <p:spPr>
          <a:xfrm>
            <a:off x="2565400" y="465667"/>
            <a:ext cx="6578600" cy="5078313"/>
          </a:xfrm>
          <a:prstGeom prst="rect">
            <a:avLst/>
          </a:prstGeom>
          <a:noFill/>
        </p:spPr>
        <p:txBody>
          <a:bodyPr wrap="square">
            <a:spAutoFit/>
          </a:bodyPr>
          <a:lstStyle/>
          <a:p>
            <a:r>
              <a:rPr lang="en-IN" dirty="0"/>
              <a:t>In a hypothetical workplace scenario, a team relied mainly on email to coordinate a project deadline. A manager sent a message saying, “Submit the draft soon,” without giving a specific time. One employee interpreted “soon” as within two or three days, while the manager actually expected the draft by the end of the same day. Because of this misunderstanding, the draft was submitted late, which delayed the entire project timeline and created stress for the team. Other team members had to rush their work, and the client became dissatisfied.</a:t>
            </a:r>
          </a:p>
          <a:p>
            <a:r>
              <a:rPr lang="en-IN" dirty="0"/>
              <a:t>This problem happened because digital communication often lacks tone, urgency, and immediate clarification. To prevent this, the manager should have used clear and specific language, such as “Submit the draft by 5 PM today.” It would also help to use multiple communication methods, like a quick call or chat message, to confirm important tasks. Additionally, employees should be encouraged to ask questions if instructions are unclear, and teams can adopt a habit of confirming deadlines to avoid confusion.</a:t>
            </a:r>
          </a:p>
        </p:txBody>
      </p:sp>
    </p:spTree>
    <p:extLst>
      <p:ext uri="{BB962C8B-B14F-4D97-AF65-F5344CB8AC3E}">
        <p14:creationId xmlns:p14="http://schemas.microsoft.com/office/powerpoint/2010/main" val="2308715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195</Words>
  <Application>Microsoft Office PowerPoint</Application>
  <PresentationFormat>Widescreen</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sandhyasandhya13666@outlook.com</dc:creator>
  <cp:lastModifiedBy>sandhyasandhya13666@outlook.com</cp:lastModifiedBy>
  <cp:revision>1</cp:revision>
  <dcterms:created xsi:type="dcterms:W3CDTF">2026-03-31T12:47:59Z</dcterms:created>
  <dcterms:modified xsi:type="dcterms:W3CDTF">2026-03-31T12:48:00Z</dcterms:modified>
</cp:coreProperties>
</file>