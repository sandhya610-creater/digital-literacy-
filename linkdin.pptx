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hyasandhya13666@outlook.com" userId="f4430a72cbf2bae4" providerId="LiveId" clId="{EE612FCB-D35F-4106-A456-2B8D195E5FE3}"/>
    <pc:docChg chg="modSld">
      <pc:chgData name="sandhyasandhya13666@outlook.com" userId="f4430a72cbf2bae4" providerId="LiveId" clId="{EE612FCB-D35F-4106-A456-2B8D195E5FE3}" dt="2026-03-31T16:14:56.337" v="4" actId="14100"/>
      <pc:docMkLst>
        <pc:docMk/>
      </pc:docMkLst>
      <pc:sldChg chg="addSp modSp mod">
        <pc:chgData name="sandhyasandhya13666@outlook.com" userId="f4430a72cbf2bae4" providerId="LiveId" clId="{EE612FCB-D35F-4106-A456-2B8D195E5FE3}" dt="2026-03-31T16:14:56.337" v="4" actId="14100"/>
        <pc:sldMkLst>
          <pc:docMk/>
          <pc:sldMk cId="2867177954" sldId="257"/>
        </pc:sldMkLst>
        <pc:picChg chg="add mod">
          <ac:chgData name="sandhyasandhya13666@outlook.com" userId="f4430a72cbf2bae4" providerId="LiveId" clId="{EE612FCB-D35F-4106-A456-2B8D195E5FE3}" dt="2026-03-31T16:14:56.337" v="4" actId="14100"/>
          <ac:picMkLst>
            <pc:docMk/>
            <pc:sldMk cId="2867177954" sldId="257"/>
            <ac:picMk id="3" creationId="{3E859149-A486-4783-D5CB-321F145019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3A6E-28F7-C846-B736-BDE1F2514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83ECE-E15A-111A-4DB2-585F262CF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103B4-0D7D-34AE-FEAC-EF89EF52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C96CA-3378-6977-D13F-18268948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BBC3A-0AEA-2070-2D95-E2803C2B0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22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DBAEE-255B-6091-7F75-7867AA4D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266C7-2579-9507-D104-E022EE087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43559-9D73-714D-246D-93B8BF70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6D90F-6B21-32DA-5C4D-9674A01A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0519-0D05-055F-CB9C-C517A56B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12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107AA-02FA-8850-CD3F-DD1F20B2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88362-9151-EF40-E3C0-47743B987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972B4-A769-90C4-5FB5-B8B20588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097AF-E77D-8035-78B5-DC79EF92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5F2E0-07B8-F808-24DD-1953F2891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22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8B82-5140-FF63-4F36-B5573B96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F0DDD-4591-0205-FFCD-7A670E4DD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C415D-33EA-6C85-BC31-CE77C0471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F5007-7261-B637-4700-019F6D5B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FA127-0F5C-076F-C402-5121CC88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139E2-8F68-C329-3A6D-7F36B1F9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2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F1FD-0F87-5CAA-7AD1-B91C0F73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D0A6E-B1E5-7DBD-96E7-4E1D3FF56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A706F-B18C-18AA-D2B0-91A4E3FC0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75C89-630C-9991-D828-C873FBBA7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1ED2D-7A59-AB26-A191-2298E0920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C883A-6355-1144-B0E8-A9E29A8A0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E1FE0-0202-E2C7-FAD6-E232703E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B2493-60E1-C6BA-5D93-D4B9485D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51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260E-2F7C-5B8D-2006-A618D436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ED0A8-1B24-AF6A-726F-51D33F6C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C1C90-A627-165C-4E07-9AEF5158B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789D1-0775-A855-CF90-C6A719B4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53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D1382-172B-157B-EAEE-6278A93B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2104B-3EFA-2015-80CF-B822CB4A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355F3-777B-F8CB-D1C0-5B6F6938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95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3F6D-8E2B-76EC-454A-C697BFC2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09CB-11C7-B77E-0F27-E06A01540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9B141-BDBE-B606-36BA-E5C1937C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94F9F-3275-70AD-65A2-BB5204AC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05284-788B-95AE-8173-6A8187AE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3980C-611C-EC45-AA39-91D7D9A9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86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EB9B8-57E5-CE04-5E79-AA644BF6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A8A531-E51F-95BD-8EFB-F2C08DC68B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F2659-6F74-515A-DD56-F4F11ECAB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CFB51-DF60-B6C4-8A5D-0F935CE6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940EB-DDFE-E0BB-F1E7-B0509556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41984-FCD6-0E7E-3703-EE267078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21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F6139-9857-F17E-37A9-4306834A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A97E5-E40B-D880-C7E0-C56ACC8FE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A7ABB-D8FA-E350-C4EA-013FADF6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022CE-4962-EDE5-41ED-120935E8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55980-4ACA-9D6D-84AD-B85F47C7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55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6F575-5A47-BF1F-A098-C7E2A339D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C9F7B-DB0F-A888-DA2F-76C55236B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5054-105B-6F30-B0F0-ECEADDD8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184D6-30E5-8774-0030-97D8956EA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A6371-9660-C2F2-C85E-402ADBDA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30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DD416-3D0F-A143-FDB8-FE839037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CAB69-0589-15EF-9763-429DF2C2A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F8785-2D1F-2116-9832-6C88DB6CB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F968D4-1432-40EB-8662-A17A6ECA2AC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3AA50-313F-E3E4-F6B3-037BC21D8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9C7B8-557E-B829-0CBC-5466BF0DF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D7A431-BEE8-4541-A2CC-884EA43BD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7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8BD3AB-097F-9668-FAC6-EFC35B512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864"/>
            <a:ext cx="12192000" cy="582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6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59149-A486-4783-D5CB-321F1450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7" y="0"/>
            <a:ext cx="6764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7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2026-03-31T16:13:47Z</dcterms:created>
  <dcterms:modified xsi:type="dcterms:W3CDTF">2026-03-31T16:15:03Z</dcterms:modified>
</cp:coreProperties>
</file>