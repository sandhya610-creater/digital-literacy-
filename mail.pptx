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D093-B272-1091-9E84-DA1E3F1A2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92D7A-F2DC-2E0C-A6E3-6A88063F7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60792-206A-A5BA-259A-DC3BD559A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BE116-C76D-5FDB-03FD-9545FEBF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A8763-DE9F-948D-3FDF-4ECDCBBE5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99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F29E4-36A3-A0DE-67A4-1C6F4609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603E5-E864-9632-C040-5731DF7C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AD8C-217E-E0DA-B0EB-FB9F0EC47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A6AAB-2E15-BA40-0BD3-959F2EB7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9659B-E9F9-03BC-A3F4-4164EC59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4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44828-E650-CB51-F8C8-E87FA574A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47A34-529E-D1F4-532D-FCDB315BD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3D67B-BDD0-B1CD-3208-2E3199962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2BFA6-AD7D-2601-4923-A3AA2E536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6281-9B32-B523-DC73-834B86FC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42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F9F51-5F55-AEEE-90A1-90FDEBA0D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4700-3BA7-7294-00A2-006F4FBEB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F3FF8-C17C-C5B1-DF6E-1B7DFB13C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65AF-8978-9EDA-2083-285F3AFA0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D69F7-D878-B7C8-521D-124A5175A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04BD5-5D81-C2FC-0B53-04E169CD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735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0043-F118-3B83-475A-CB77ED83D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A7526-4FBD-CB42-BB56-7708CEF7A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E4CA3-22EB-2CC0-A397-1ADF796F1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BE71B-DBD1-B653-B3A9-513BCF56A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B4FB03-1AA4-E353-7D2B-9AC00AA84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2C412-5DA0-A51D-5741-32F70D32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B5ED6D-F4CB-3A29-B93C-FB7B629F7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791D3-DFFF-E4FA-C6C8-38753561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3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6F888-BA35-E7F1-B29E-2AE545CE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DFBA6-6FCF-6763-6748-20414715A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AD794-329D-1539-ECF1-22A87028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D0578-C935-309B-D19B-55F6F8D2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9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FFFE8-5D7B-99FB-E8B2-502A94BA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76FD67-7047-D8AC-7D4A-5C96190AD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A18FE-B709-5726-A880-3ECAF5CF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42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FAD0-3DCF-4657-3909-93A0AFD3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25489-E816-B875-A141-8907C2D9D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41BEC-A703-0D96-2714-B63FB5B12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31087A-AF2D-FAE8-BC82-E64D53FF0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AC513-D45D-20CF-62DD-CA70356B6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232AD-C866-F0A8-0CCC-F7B7D83C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11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4247-6FA1-9ABF-63C6-C42263540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ED0D6-C8B4-B819-C71C-591A050F7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77E10-9FC2-BFAD-72F1-DCD6EC07A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34C5C8-6D94-C56A-E20A-C757D64A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58231-0ECF-0F29-86D5-4A0BFBF43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A489B-1A4C-BAC5-6B2D-B7C167DC9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89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FC975-2B8C-A2D8-6466-B4C2DC2DF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CC82B-E10B-F585-64D1-7AE4A65AA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642B9-C394-8097-427F-208044CA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8196A-6919-C677-EE5C-A0479EDC8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D4E9B-1736-8F26-FEC7-7B2195E8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73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6C2B29-B84B-07A2-8D46-A2F80E1D8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91544-85CF-8C68-2F93-D388FDD74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C2C9A-3340-B373-A576-B36E3802E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3C4BF-67CC-D9D9-1333-C90083653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C9DA1-E4DE-DE5F-5AA8-19539FE9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83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6C725-9F06-FC56-8C0C-4FF1AA02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BFBA4-B53D-2D3E-C870-FF40DCBFC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5B8CB-769E-6A1A-1260-2699BC07C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491B02-B325-4A68-84B5-CE7A2B3E0F2C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49E8B-0130-466C-DA89-BBA02961BC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193DE-6D9D-932B-96F6-A1059C8EA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3D26E-6791-4ED5-8BFF-9B02E9944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95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7144B4-14B6-FB86-CCCC-A8B5A159C8D5}"/>
              </a:ext>
            </a:extLst>
          </p:cNvPr>
          <p:cNvSpPr txBox="1"/>
          <p:nvPr/>
        </p:nvSpPr>
        <p:spPr>
          <a:xfrm>
            <a:off x="2717800" y="254000"/>
            <a:ext cx="64262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Dear Professor [Last Name],</a:t>
            </a:r>
          </a:p>
          <a:p>
            <a:endParaRPr lang="en-IN" dirty="0"/>
          </a:p>
          <a:p>
            <a:r>
              <a:rPr lang="en-IN" dirty="0"/>
              <a:t>I hope this message finds you well. I am writing to respectfully request an extension for the upcoming assignment due on [original due date] in your [course name] class.</a:t>
            </a:r>
          </a:p>
          <a:p>
            <a:endParaRPr lang="en-IN" dirty="0"/>
          </a:p>
          <a:p>
            <a:r>
              <a:rPr lang="en-IN" dirty="0"/>
              <a:t>Over the past few days, I have been dealing with [brief reason—e.g., a medical issue, family matter, or overlapping academic commitments], which has affected my ability to complete the assignment to the best of my ability within the given timeframe. I want to ensure that the work I submit reflects a thorough understanding of the material and meets the standards of your course.</a:t>
            </a:r>
          </a:p>
          <a:p>
            <a:endParaRPr lang="en-IN" dirty="0"/>
          </a:p>
          <a:p>
            <a:r>
              <a:rPr lang="en-IN" dirty="0"/>
              <a:t>I kindly request an extension until [proposed new deadline]. I understand the importance of deadlines and appreciate any consideration you can provide. Please let me know if any documentation or additional information is required.</a:t>
            </a:r>
          </a:p>
          <a:p>
            <a:endParaRPr lang="en-IN" dirty="0"/>
          </a:p>
          <a:p>
            <a:r>
              <a:rPr lang="en-IN" dirty="0"/>
              <a:t>Thank you for your understanding and support.</a:t>
            </a:r>
          </a:p>
          <a:p>
            <a:endParaRPr lang="en-IN" dirty="0"/>
          </a:p>
          <a:p>
            <a:r>
              <a:rPr lang="en-IN" dirty="0"/>
              <a:t>Sincerely,</a:t>
            </a:r>
          </a:p>
          <a:p>
            <a:r>
              <a:rPr lang="en-IN" dirty="0"/>
              <a:t>[Your Full Name]</a:t>
            </a:r>
          </a:p>
          <a:p>
            <a:r>
              <a:rPr lang="en-IN" dirty="0"/>
              <a:t>[Your Student ID (if applicable)</a:t>
            </a:r>
          </a:p>
        </p:txBody>
      </p:sp>
    </p:spTree>
    <p:extLst>
      <p:ext uri="{BB962C8B-B14F-4D97-AF65-F5344CB8AC3E}">
        <p14:creationId xmlns:p14="http://schemas.microsoft.com/office/powerpoint/2010/main" val="297650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EECF7E-553B-6680-4638-C1B5E0046003}"/>
              </a:ext>
            </a:extLst>
          </p:cNvPr>
          <p:cNvSpPr txBox="1"/>
          <p:nvPr/>
        </p:nvSpPr>
        <p:spPr>
          <a:xfrm>
            <a:off x="2286000" y="76199"/>
            <a:ext cx="776393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Dear [Coordinator’s Name],</a:t>
            </a:r>
          </a:p>
          <a:p>
            <a:endParaRPr lang="en-IN" dirty="0"/>
          </a:p>
          <a:p>
            <a:r>
              <a:rPr lang="en-IN" dirty="0"/>
              <a:t>I hope you are doing well. My name is [Your Full Name], and I am currently a [your year, e.g., second-year] student studying [your major] at [your university]. I am writing to express my interest in a summer internship opportunity at [Company Name].</a:t>
            </a:r>
          </a:p>
          <a:p>
            <a:endParaRPr lang="en-IN" dirty="0"/>
          </a:p>
          <a:p>
            <a:r>
              <a:rPr lang="en-IN" dirty="0"/>
              <a:t>I am particularly interested in this opportunity because of [specific reason related to the company, its projects, or values]. Through my academic coursework and projects, I have developed skills in [mention relevant skills or experiences], and I am eager to apply and further develop these skills in a professional environment.</a:t>
            </a:r>
          </a:p>
          <a:p>
            <a:endParaRPr lang="en-IN" dirty="0"/>
          </a:p>
          <a:p>
            <a:r>
              <a:rPr lang="en-IN" dirty="0"/>
              <a:t>I would greatly appreciate the opportunity to contribute to your team while gaining practical experience in the field. Please let me know if there are any available positions or application procedures I should follow. I have attached my resume for your review.</a:t>
            </a:r>
          </a:p>
          <a:p>
            <a:endParaRPr lang="en-IN" dirty="0"/>
          </a:p>
          <a:p>
            <a:r>
              <a:rPr lang="en-IN" dirty="0"/>
              <a:t>Thank you for your time and consideration. I look forward to hearing from you.</a:t>
            </a:r>
          </a:p>
          <a:p>
            <a:endParaRPr lang="en-IN" dirty="0"/>
          </a:p>
          <a:p>
            <a:r>
              <a:rPr lang="en-IN" dirty="0"/>
              <a:t>Sincerely,</a:t>
            </a:r>
          </a:p>
          <a:p>
            <a:r>
              <a:rPr lang="en-IN" dirty="0"/>
              <a:t>[Your Full Name]</a:t>
            </a:r>
          </a:p>
          <a:p>
            <a:r>
              <a:rPr lang="en-IN" dirty="0"/>
              <a:t>[Your Contact Information]</a:t>
            </a:r>
          </a:p>
          <a:p>
            <a:r>
              <a:rPr lang="en-IN" dirty="0"/>
              <a:t>[LinkedIn Profile or Portfolio (if applicable)]</a:t>
            </a:r>
          </a:p>
        </p:txBody>
      </p:sp>
    </p:spTree>
    <p:extLst>
      <p:ext uri="{BB962C8B-B14F-4D97-AF65-F5344CB8AC3E}">
        <p14:creationId xmlns:p14="http://schemas.microsoft.com/office/powerpoint/2010/main" val="2627061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sandhyasandhya13666@outlook.com</dc:creator>
  <cp:lastModifiedBy>sandhyasandhya13666@outlook.com</cp:lastModifiedBy>
  <cp:revision>1</cp:revision>
  <dcterms:created xsi:type="dcterms:W3CDTF">2026-03-31T11:33:22Z</dcterms:created>
  <dcterms:modified xsi:type="dcterms:W3CDTF">2026-03-31T11:33:23Z</dcterms:modified>
</cp:coreProperties>
</file>