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81B60-2D95-D5C1-CBBC-0AB897EF2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C0C69C-D910-8A9E-480A-30F927603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E13CA-FDDA-28BE-B67D-36567313B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1787-FFF9-4194-A0DC-BEC3C0542674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01847-BDFA-85D6-D711-636009685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000D0-6113-54A2-0702-CF94DDFEF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D69FB-1CF4-4D63-B9CE-FA27BEB67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937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CFBB7-C088-CF29-3F48-218941A02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4DE50-27DA-2557-BE46-EC9687369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636D2-6842-4972-D37C-866A3F239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1787-FFF9-4194-A0DC-BEC3C0542674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BA929-B21C-9ACB-74DF-685DCBBE3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91560-38AD-C656-4086-1C2159683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D69FB-1CF4-4D63-B9CE-FA27BEB67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475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5A965-8F6C-710E-A08A-6BC1481E2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BC236-567F-34F9-2DCC-248255A3D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91C00-667C-5E0C-F25E-1A9EBB137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1787-FFF9-4194-A0DC-BEC3C0542674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95C34-E6A0-80BA-38FF-690AF8329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49D6C-B0D5-FF1C-290C-CC1458455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D69FB-1CF4-4D63-B9CE-FA27BEB67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214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C83C6-8976-CB22-CF34-071DC11A5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10A57-13FF-306E-9EDE-2695198524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5B1177-A5F3-5A68-1210-4785D0A33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DA983-92F6-B660-7B84-1E4A9E218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1787-FFF9-4194-A0DC-BEC3C0542674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82757-2D85-64B4-35BA-636445994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B77AD-C460-9C35-A03D-497061D6C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D69FB-1CF4-4D63-B9CE-FA27BEB67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008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4667B-8125-09C3-1F52-5BCC8BAE5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73A8E-F172-8316-07CB-27C235F01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EADD5A-5AE5-B5D9-2951-DEAAB697E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12FA8-40F9-E528-FEDE-3058A1AB8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8071A8-8B1F-E408-4D51-98E57F1C14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476592-DACB-80E9-B4B1-96654BEFD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1787-FFF9-4194-A0DC-BEC3C0542674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B1E9E3-F584-8BDB-A0EA-7A973FA79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046458-C949-4238-0805-1A5B32C05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D69FB-1CF4-4D63-B9CE-FA27BEB67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565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5CBB3-5A31-ECD6-19A1-C523C719E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19EABE-2963-4B27-50F7-5AAE4CA09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1787-FFF9-4194-A0DC-BEC3C0542674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DFA014-54E2-8350-EDBB-96D912DDF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A2509-B4EF-6822-82D6-1616C86EF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D69FB-1CF4-4D63-B9CE-FA27BEB67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501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8A74FB-A3A4-3FA3-1C34-3BD1904E3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1787-FFF9-4194-A0DC-BEC3C0542674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62734A-94F8-E716-1153-7784DD5B1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2A52B-0D14-A739-AB8D-337CB89AF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D69FB-1CF4-4D63-B9CE-FA27BEB67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084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61860-4AA9-8CA4-D906-F78E55548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3E782-D278-31E3-F79A-689E8D797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4ACD81-61E5-DE6E-E2B4-515D734B2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5A351-4CB9-D688-9AD1-B85820DC7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1787-FFF9-4194-A0DC-BEC3C0542674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CDBFE-8F8B-BFD5-DB32-84BD8085B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24057-7427-B122-CADB-7B18A516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D69FB-1CF4-4D63-B9CE-FA27BEB67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772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42672-8638-FEF3-6B5C-A3B87EB67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BCF8B0-6E78-8F7F-BBFF-4A09526EA5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53F76-ADFF-52F3-11E7-023957D98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AB928-B9E5-8C16-A5CF-F2CAD8846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1787-FFF9-4194-A0DC-BEC3C0542674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77A8F-E675-9382-D599-787C700EE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BC5DF-811A-894B-4B50-657538476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D69FB-1CF4-4D63-B9CE-FA27BEB67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915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1E912-5E10-21DC-0177-46D576267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E6C347-47B9-EF92-BDE3-98D16F6694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51273-04F7-1F06-F7D7-4044B4016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1787-FFF9-4194-A0DC-BEC3C0542674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6D5C2-7E09-9B1F-2AA8-4203FB8AE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A34AD-0676-745A-B2AA-E3A6F380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D69FB-1CF4-4D63-B9CE-FA27BEB67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643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9CE3E1-9AEF-EFF2-8767-4DF37D6773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A4D0BA-5386-2412-C975-31C48EB3B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92C78-EBBB-0151-FBC5-83507CF13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1787-FFF9-4194-A0DC-BEC3C0542674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9E289-2661-AE2F-2731-F17ED4FC9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995CC-FAFF-499C-C197-A5B6B436C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D69FB-1CF4-4D63-B9CE-FA27BEB67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456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CEECB0-648A-A890-012A-15D22FC6B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4905B-4689-7785-55D2-D906EA57A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43D68-189F-8141-01DB-6C7B87CD17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8C1787-FFF9-4194-A0DC-BEC3C0542674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19664-9D2D-1472-14C1-09C12B254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9FCC6-2C0C-46A8-5E6D-0C2D737C5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7D69FB-1CF4-4D63-B9CE-FA27BEB67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533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54EBE1-C631-7B76-2D12-66C329DF4C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2466975"/>
            <a:ext cx="10287000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633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D8AC37-91A6-E89E-1680-CC9823ECA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472" y="0"/>
            <a:ext cx="6325056" cy="631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180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sandhyasandhya13666@outlook.com</dc:creator>
  <cp:lastModifiedBy>sandhyasandhya13666@outlook.com</cp:lastModifiedBy>
  <cp:revision>1</cp:revision>
  <dcterms:created xsi:type="dcterms:W3CDTF">2026-03-31T13:22:04Z</dcterms:created>
  <dcterms:modified xsi:type="dcterms:W3CDTF">2026-03-31T13:22:05Z</dcterms:modified>
</cp:coreProperties>
</file>