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8146-25EB-FEAB-686F-ACE3A4FB9E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528A08B-231F-B74D-22D4-0AEFF2C7E9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63F520B-1B01-EC74-A1C7-FC45BBDC14E6}"/>
              </a:ext>
            </a:extLst>
          </p:cNvPr>
          <p:cNvSpPr>
            <a:spLocks noGrp="1"/>
          </p:cNvSpPr>
          <p:nvPr>
            <p:ph type="dt" sz="half" idx="10"/>
          </p:nvPr>
        </p:nvSpPr>
        <p:spPr/>
        <p:txBody>
          <a:bodyPr/>
          <a:lstStyle/>
          <a:p>
            <a:fld id="{A4D31642-2FD1-4838-AE88-93DA1A209108}" type="datetimeFigureOut">
              <a:rPr lang="en-IN" smtClean="0"/>
              <a:t>31-03-2026</a:t>
            </a:fld>
            <a:endParaRPr lang="en-IN"/>
          </a:p>
        </p:txBody>
      </p:sp>
      <p:sp>
        <p:nvSpPr>
          <p:cNvPr id="5" name="Footer Placeholder 4">
            <a:extLst>
              <a:ext uri="{FF2B5EF4-FFF2-40B4-BE49-F238E27FC236}">
                <a16:creationId xmlns:a16="http://schemas.microsoft.com/office/drawing/2014/main" id="{15F41C78-54A9-C95A-C79C-DD5C0A18A5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BDB49E-8D58-E416-ABD7-8542FE802C8E}"/>
              </a:ext>
            </a:extLst>
          </p:cNvPr>
          <p:cNvSpPr>
            <a:spLocks noGrp="1"/>
          </p:cNvSpPr>
          <p:nvPr>
            <p:ph type="sldNum" sz="quarter" idx="12"/>
          </p:nvPr>
        </p:nvSpPr>
        <p:spPr/>
        <p:txBody>
          <a:bodyPr/>
          <a:lstStyle/>
          <a:p>
            <a:fld id="{28CA55D4-F7A7-4F44-8CC4-D75750B2F472}" type="slidenum">
              <a:rPr lang="en-IN" smtClean="0"/>
              <a:t>‹#›</a:t>
            </a:fld>
            <a:endParaRPr lang="en-IN"/>
          </a:p>
        </p:txBody>
      </p:sp>
    </p:spTree>
    <p:extLst>
      <p:ext uri="{BB962C8B-B14F-4D97-AF65-F5344CB8AC3E}">
        <p14:creationId xmlns:p14="http://schemas.microsoft.com/office/powerpoint/2010/main" val="408941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86F44-5BC0-D2BF-382C-431A6B18AC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59D79A-4329-6511-0DAC-EE0AA28441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B5A581-9715-5C00-0DDB-2FA0B029F703}"/>
              </a:ext>
            </a:extLst>
          </p:cNvPr>
          <p:cNvSpPr>
            <a:spLocks noGrp="1"/>
          </p:cNvSpPr>
          <p:nvPr>
            <p:ph type="dt" sz="half" idx="10"/>
          </p:nvPr>
        </p:nvSpPr>
        <p:spPr/>
        <p:txBody>
          <a:bodyPr/>
          <a:lstStyle/>
          <a:p>
            <a:fld id="{A4D31642-2FD1-4838-AE88-93DA1A209108}" type="datetimeFigureOut">
              <a:rPr lang="en-IN" smtClean="0"/>
              <a:t>31-03-2026</a:t>
            </a:fld>
            <a:endParaRPr lang="en-IN"/>
          </a:p>
        </p:txBody>
      </p:sp>
      <p:sp>
        <p:nvSpPr>
          <p:cNvPr id="5" name="Footer Placeholder 4">
            <a:extLst>
              <a:ext uri="{FF2B5EF4-FFF2-40B4-BE49-F238E27FC236}">
                <a16:creationId xmlns:a16="http://schemas.microsoft.com/office/drawing/2014/main" id="{51DE28A1-E1FC-F293-5FEF-9C5ADE8206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B4B4A9-4F15-0C62-0554-87BBC102CA23}"/>
              </a:ext>
            </a:extLst>
          </p:cNvPr>
          <p:cNvSpPr>
            <a:spLocks noGrp="1"/>
          </p:cNvSpPr>
          <p:nvPr>
            <p:ph type="sldNum" sz="quarter" idx="12"/>
          </p:nvPr>
        </p:nvSpPr>
        <p:spPr/>
        <p:txBody>
          <a:bodyPr/>
          <a:lstStyle/>
          <a:p>
            <a:fld id="{28CA55D4-F7A7-4F44-8CC4-D75750B2F472}" type="slidenum">
              <a:rPr lang="en-IN" smtClean="0"/>
              <a:t>‹#›</a:t>
            </a:fld>
            <a:endParaRPr lang="en-IN"/>
          </a:p>
        </p:txBody>
      </p:sp>
    </p:spTree>
    <p:extLst>
      <p:ext uri="{BB962C8B-B14F-4D97-AF65-F5344CB8AC3E}">
        <p14:creationId xmlns:p14="http://schemas.microsoft.com/office/powerpoint/2010/main" val="2368618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C7B4E-D295-2FDD-863B-5C5A0941D7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D8002B-C77A-71A7-05E9-C361E379C9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1C8DA8-36EA-F942-540F-D606D0E7D846}"/>
              </a:ext>
            </a:extLst>
          </p:cNvPr>
          <p:cNvSpPr>
            <a:spLocks noGrp="1"/>
          </p:cNvSpPr>
          <p:nvPr>
            <p:ph type="dt" sz="half" idx="10"/>
          </p:nvPr>
        </p:nvSpPr>
        <p:spPr/>
        <p:txBody>
          <a:bodyPr/>
          <a:lstStyle/>
          <a:p>
            <a:fld id="{A4D31642-2FD1-4838-AE88-93DA1A209108}" type="datetimeFigureOut">
              <a:rPr lang="en-IN" smtClean="0"/>
              <a:t>31-03-2026</a:t>
            </a:fld>
            <a:endParaRPr lang="en-IN"/>
          </a:p>
        </p:txBody>
      </p:sp>
      <p:sp>
        <p:nvSpPr>
          <p:cNvPr id="5" name="Footer Placeholder 4">
            <a:extLst>
              <a:ext uri="{FF2B5EF4-FFF2-40B4-BE49-F238E27FC236}">
                <a16:creationId xmlns:a16="http://schemas.microsoft.com/office/drawing/2014/main" id="{6536D9BA-0101-C215-166A-A1AFCF5756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6920EA-6BE7-3FCF-0577-C1F2D02D4E06}"/>
              </a:ext>
            </a:extLst>
          </p:cNvPr>
          <p:cNvSpPr>
            <a:spLocks noGrp="1"/>
          </p:cNvSpPr>
          <p:nvPr>
            <p:ph type="sldNum" sz="quarter" idx="12"/>
          </p:nvPr>
        </p:nvSpPr>
        <p:spPr/>
        <p:txBody>
          <a:bodyPr/>
          <a:lstStyle/>
          <a:p>
            <a:fld id="{28CA55D4-F7A7-4F44-8CC4-D75750B2F472}" type="slidenum">
              <a:rPr lang="en-IN" smtClean="0"/>
              <a:t>‹#›</a:t>
            </a:fld>
            <a:endParaRPr lang="en-IN"/>
          </a:p>
        </p:txBody>
      </p:sp>
    </p:spTree>
    <p:extLst>
      <p:ext uri="{BB962C8B-B14F-4D97-AF65-F5344CB8AC3E}">
        <p14:creationId xmlns:p14="http://schemas.microsoft.com/office/powerpoint/2010/main" val="3876728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03C95-0CFD-B98F-3C44-616F2413F5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735F09-6816-8577-D56A-A065F0D5A1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31F3B9-ED45-3D73-B61A-2160C5081E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94DBB0-55F2-402B-551A-589A34F7234A}"/>
              </a:ext>
            </a:extLst>
          </p:cNvPr>
          <p:cNvSpPr>
            <a:spLocks noGrp="1"/>
          </p:cNvSpPr>
          <p:nvPr>
            <p:ph type="dt" sz="half" idx="10"/>
          </p:nvPr>
        </p:nvSpPr>
        <p:spPr/>
        <p:txBody>
          <a:bodyPr/>
          <a:lstStyle/>
          <a:p>
            <a:fld id="{A4D31642-2FD1-4838-AE88-93DA1A209108}" type="datetimeFigureOut">
              <a:rPr lang="en-IN" smtClean="0"/>
              <a:t>31-03-2026</a:t>
            </a:fld>
            <a:endParaRPr lang="en-IN"/>
          </a:p>
        </p:txBody>
      </p:sp>
      <p:sp>
        <p:nvSpPr>
          <p:cNvPr id="6" name="Footer Placeholder 5">
            <a:extLst>
              <a:ext uri="{FF2B5EF4-FFF2-40B4-BE49-F238E27FC236}">
                <a16:creationId xmlns:a16="http://schemas.microsoft.com/office/drawing/2014/main" id="{C2EF9573-ECDE-941A-907E-48D23FAB0A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EDF437-117A-9886-0392-2A7F1596C175}"/>
              </a:ext>
            </a:extLst>
          </p:cNvPr>
          <p:cNvSpPr>
            <a:spLocks noGrp="1"/>
          </p:cNvSpPr>
          <p:nvPr>
            <p:ph type="sldNum" sz="quarter" idx="12"/>
          </p:nvPr>
        </p:nvSpPr>
        <p:spPr/>
        <p:txBody>
          <a:bodyPr/>
          <a:lstStyle/>
          <a:p>
            <a:fld id="{28CA55D4-F7A7-4F44-8CC4-D75750B2F472}" type="slidenum">
              <a:rPr lang="en-IN" smtClean="0"/>
              <a:t>‹#›</a:t>
            </a:fld>
            <a:endParaRPr lang="en-IN"/>
          </a:p>
        </p:txBody>
      </p:sp>
    </p:spTree>
    <p:extLst>
      <p:ext uri="{BB962C8B-B14F-4D97-AF65-F5344CB8AC3E}">
        <p14:creationId xmlns:p14="http://schemas.microsoft.com/office/powerpoint/2010/main" val="1465782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EF911-6B2B-08E8-7430-CE06C559AF3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E38B49-61CA-71F1-79F2-13D85F0512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03C9AD-FC85-1EC0-8FB7-8A5E9569EF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F0C42F-116D-0DBB-A93C-171CF7EF17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9854BE-0B68-042E-ECBF-9B9B185759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C3021F4-05D9-1F1A-512A-48BC62FECEBC}"/>
              </a:ext>
            </a:extLst>
          </p:cNvPr>
          <p:cNvSpPr>
            <a:spLocks noGrp="1"/>
          </p:cNvSpPr>
          <p:nvPr>
            <p:ph type="dt" sz="half" idx="10"/>
          </p:nvPr>
        </p:nvSpPr>
        <p:spPr/>
        <p:txBody>
          <a:bodyPr/>
          <a:lstStyle/>
          <a:p>
            <a:fld id="{A4D31642-2FD1-4838-AE88-93DA1A209108}" type="datetimeFigureOut">
              <a:rPr lang="en-IN" smtClean="0"/>
              <a:t>31-03-2026</a:t>
            </a:fld>
            <a:endParaRPr lang="en-IN"/>
          </a:p>
        </p:txBody>
      </p:sp>
      <p:sp>
        <p:nvSpPr>
          <p:cNvPr id="8" name="Footer Placeholder 7">
            <a:extLst>
              <a:ext uri="{FF2B5EF4-FFF2-40B4-BE49-F238E27FC236}">
                <a16:creationId xmlns:a16="http://schemas.microsoft.com/office/drawing/2014/main" id="{CE327004-49D2-BAF6-7FE8-BC1259268E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F9688D2-32C7-76D9-4AC1-6C9E71C0AC52}"/>
              </a:ext>
            </a:extLst>
          </p:cNvPr>
          <p:cNvSpPr>
            <a:spLocks noGrp="1"/>
          </p:cNvSpPr>
          <p:nvPr>
            <p:ph type="sldNum" sz="quarter" idx="12"/>
          </p:nvPr>
        </p:nvSpPr>
        <p:spPr/>
        <p:txBody>
          <a:bodyPr/>
          <a:lstStyle/>
          <a:p>
            <a:fld id="{28CA55D4-F7A7-4F44-8CC4-D75750B2F472}" type="slidenum">
              <a:rPr lang="en-IN" smtClean="0"/>
              <a:t>‹#›</a:t>
            </a:fld>
            <a:endParaRPr lang="en-IN"/>
          </a:p>
        </p:txBody>
      </p:sp>
    </p:spTree>
    <p:extLst>
      <p:ext uri="{BB962C8B-B14F-4D97-AF65-F5344CB8AC3E}">
        <p14:creationId xmlns:p14="http://schemas.microsoft.com/office/powerpoint/2010/main" val="2035180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0BA36-527C-21BD-F66D-C6BF1806F18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124E34C-FB22-1A48-A716-110BE8BDC5F1}"/>
              </a:ext>
            </a:extLst>
          </p:cNvPr>
          <p:cNvSpPr>
            <a:spLocks noGrp="1"/>
          </p:cNvSpPr>
          <p:nvPr>
            <p:ph type="dt" sz="half" idx="10"/>
          </p:nvPr>
        </p:nvSpPr>
        <p:spPr/>
        <p:txBody>
          <a:bodyPr/>
          <a:lstStyle/>
          <a:p>
            <a:fld id="{A4D31642-2FD1-4838-AE88-93DA1A209108}" type="datetimeFigureOut">
              <a:rPr lang="en-IN" smtClean="0"/>
              <a:t>31-03-2026</a:t>
            </a:fld>
            <a:endParaRPr lang="en-IN"/>
          </a:p>
        </p:txBody>
      </p:sp>
      <p:sp>
        <p:nvSpPr>
          <p:cNvPr id="4" name="Footer Placeholder 3">
            <a:extLst>
              <a:ext uri="{FF2B5EF4-FFF2-40B4-BE49-F238E27FC236}">
                <a16:creationId xmlns:a16="http://schemas.microsoft.com/office/drawing/2014/main" id="{A2B48EEB-FF1D-116E-346A-FA7FC2A026A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A90D6A-34D4-7618-D329-5DF42141310E}"/>
              </a:ext>
            </a:extLst>
          </p:cNvPr>
          <p:cNvSpPr>
            <a:spLocks noGrp="1"/>
          </p:cNvSpPr>
          <p:nvPr>
            <p:ph type="sldNum" sz="quarter" idx="12"/>
          </p:nvPr>
        </p:nvSpPr>
        <p:spPr/>
        <p:txBody>
          <a:bodyPr/>
          <a:lstStyle/>
          <a:p>
            <a:fld id="{28CA55D4-F7A7-4F44-8CC4-D75750B2F472}" type="slidenum">
              <a:rPr lang="en-IN" smtClean="0"/>
              <a:t>‹#›</a:t>
            </a:fld>
            <a:endParaRPr lang="en-IN"/>
          </a:p>
        </p:txBody>
      </p:sp>
    </p:spTree>
    <p:extLst>
      <p:ext uri="{BB962C8B-B14F-4D97-AF65-F5344CB8AC3E}">
        <p14:creationId xmlns:p14="http://schemas.microsoft.com/office/powerpoint/2010/main" val="1589148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2DCAC0-AF96-0AD5-9132-5C9E01E0EE85}"/>
              </a:ext>
            </a:extLst>
          </p:cNvPr>
          <p:cNvSpPr>
            <a:spLocks noGrp="1"/>
          </p:cNvSpPr>
          <p:nvPr>
            <p:ph type="dt" sz="half" idx="10"/>
          </p:nvPr>
        </p:nvSpPr>
        <p:spPr/>
        <p:txBody>
          <a:bodyPr/>
          <a:lstStyle/>
          <a:p>
            <a:fld id="{A4D31642-2FD1-4838-AE88-93DA1A209108}" type="datetimeFigureOut">
              <a:rPr lang="en-IN" smtClean="0"/>
              <a:t>31-03-2026</a:t>
            </a:fld>
            <a:endParaRPr lang="en-IN"/>
          </a:p>
        </p:txBody>
      </p:sp>
      <p:sp>
        <p:nvSpPr>
          <p:cNvPr id="3" name="Footer Placeholder 2">
            <a:extLst>
              <a:ext uri="{FF2B5EF4-FFF2-40B4-BE49-F238E27FC236}">
                <a16:creationId xmlns:a16="http://schemas.microsoft.com/office/drawing/2014/main" id="{7A9C8A29-0F1C-85B7-DC03-FD0B0A9206F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74F5C38-0091-5514-4E21-AD72AFA3D8E5}"/>
              </a:ext>
            </a:extLst>
          </p:cNvPr>
          <p:cNvSpPr>
            <a:spLocks noGrp="1"/>
          </p:cNvSpPr>
          <p:nvPr>
            <p:ph type="sldNum" sz="quarter" idx="12"/>
          </p:nvPr>
        </p:nvSpPr>
        <p:spPr/>
        <p:txBody>
          <a:bodyPr/>
          <a:lstStyle/>
          <a:p>
            <a:fld id="{28CA55D4-F7A7-4F44-8CC4-D75750B2F472}" type="slidenum">
              <a:rPr lang="en-IN" smtClean="0"/>
              <a:t>‹#›</a:t>
            </a:fld>
            <a:endParaRPr lang="en-IN"/>
          </a:p>
        </p:txBody>
      </p:sp>
    </p:spTree>
    <p:extLst>
      <p:ext uri="{BB962C8B-B14F-4D97-AF65-F5344CB8AC3E}">
        <p14:creationId xmlns:p14="http://schemas.microsoft.com/office/powerpoint/2010/main" val="3262251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25407-E1E9-228D-255B-8812F2446B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73923E-A9D0-3273-B972-17A01EA9FC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761015F-248E-F7D1-0606-61528A58B9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E73B97-45BE-7852-8B7A-124A9B8FAD05}"/>
              </a:ext>
            </a:extLst>
          </p:cNvPr>
          <p:cNvSpPr>
            <a:spLocks noGrp="1"/>
          </p:cNvSpPr>
          <p:nvPr>
            <p:ph type="dt" sz="half" idx="10"/>
          </p:nvPr>
        </p:nvSpPr>
        <p:spPr/>
        <p:txBody>
          <a:bodyPr/>
          <a:lstStyle/>
          <a:p>
            <a:fld id="{A4D31642-2FD1-4838-AE88-93DA1A209108}" type="datetimeFigureOut">
              <a:rPr lang="en-IN" smtClean="0"/>
              <a:t>31-03-2026</a:t>
            </a:fld>
            <a:endParaRPr lang="en-IN"/>
          </a:p>
        </p:txBody>
      </p:sp>
      <p:sp>
        <p:nvSpPr>
          <p:cNvPr id="6" name="Footer Placeholder 5">
            <a:extLst>
              <a:ext uri="{FF2B5EF4-FFF2-40B4-BE49-F238E27FC236}">
                <a16:creationId xmlns:a16="http://schemas.microsoft.com/office/drawing/2014/main" id="{49C93530-7061-45F4-77F8-0A82CA2560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370430-D3A9-45CE-60E4-D5BB4E7A30D6}"/>
              </a:ext>
            </a:extLst>
          </p:cNvPr>
          <p:cNvSpPr>
            <a:spLocks noGrp="1"/>
          </p:cNvSpPr>
          <p:nvPr>
            <p:ph type="sldNum" sz="quarter" idx="12"/>
          </p:nvPr>
        </p:nvSpPr>
        <p:spPr/>
        <p:txBody>
          <a:bodyPr/>
          <a:lstStyle/>
          <a:p>
            <a:fld id="{28CA55D4-F7A7-4F44-8CC4-D75750B2F472}" type="slidenum">
              <a:rPr lang="en-IN" smtClean="0"/>
              <a:t>‹#›</a:t>
            </a:fld>
            <a:endParaRPr lang="en-IN"/>
          </a:p>
        </p:txBody>
      </p:sp>
    </p:spTree>
    <p:extLst>
      <p:ext uri="{BB962C8B-B14F-4D97-AF65-F5344CB8AC3E}">
        <p14:creationId xmlns:p14="http://schemas.microsoft.com/office/powerpoint/2010/main" val="958758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034FD-FD0A-3B90-8AFD-5F58527403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B60E3D-767F-DFA0-EFAF-73A1FB9A30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630471C-F170-CF90-6FE2-5BF86C4C63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548B11-69B8-1C13-CEAC-5FCD042EE2D4}"/>
              </a:ext>
            </a:extLst>
          </p:cNvPr>
          <p:cNvSpPr>
            <a:spLocks noGrp="1"/>
          </p:cNvSpPr>
          <p:nvPr>
            <p:ph type="dt" sz="half" idx="10"/>
          </p:nvPr>
        </p:nvSpPr>
        <p:spPr/>
        <p:txBody>
          <a:bodyPr/>
          <a:lstStyle/>
          <a:p>
            <a:fld id="{A4D31642-2FD1-4838-AE88-93DA1A209108}" type="datetimeFigureOut">
              <a:rPr lang="en-IN" smtClean="0"/>
              <a:t>31-03-2026</a:t>
            </a:fld>
            <a:endParaRPr lang="en-IN"/>
          </a:p>
        </p:txBody>
      </p:sp>
      <p:sp>
        <p:nvSpPr>
          <p:cNvPr id="6" name="Footer Placeholder 5">
            <a:extLst>
              <a:ext uri="{FF2B5EF4-FFF2-40B4-BE49-F238E27FC236}">
                <a16:creationId xmlns:a16="http://schemas.microsoft.com/office/drawing/2014/main" id="{0432F96C-5E77-9DE4-4D75-FA5B1C8A4B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F7F8CC-F95C-AE25-89BE-778451D81355}"/>
              </a:ext>
            </a:extLst>
          </p:cNvPr>
          <p:cNvSpPr>
            <a:spLocks noGrp="1"/>
          </p:cNvSpPr>
          <p:nvPr>
            <p:ph type="sldNum" sz="quarter" idx="12"/>
          </p:nvPr>
        </p:nvSpPr>
        <p:spPr/>
        <p:txBody>
          <a:bodyPr/>
          <a:lstStyle/>
          <a:p>
            <a:fld id="{28CA55D4-F7A7-4F44-8CC4-D75750B2F472}" type="slidenum">
              <a:rPr lang="en-IN" smtClean="0"/>
              <a:t>‹#›</a:t>
            </a:fld>
            <a:endParaRPr lang="en-IN"/>
          </a:p>
        </p:txBody>
      </p:sp>
    </p:spTree>
    <p:extLst>
      <p:ext uri="{BB962C8B-B14F-4D97-AF65-F5344CB8AC3E}">
        <p14:creationId xmlns:p14="http://schemas.microsoft.com/office/powerpoint/2010/main" val="1940669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FD567-95CF-309B-757B-8F4C5D50E9C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F72FF1-318A-1CF9-3747-C2B1DCA34C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82B337-948B-B7F1-0792-39D4F6B1704F}"/>
              </a:ext>
            </a:extLst>
          </p:cNvPr>
          <p:cNvSpPr>
            <a:spLocks noGrp="1"/>
          </p:cNvSpPr>
          <p:nvPr>
            <p:ph type="dt" sz="half" idx="10"/>
          </p:nvPr>
        </p:nvSpPr>
        <p:spPr/>
        <p:txBody>
          <a:bodyPr/>
          <a:lstStyle/>
          <a:p>
            <a:fld id="{A4D31642-2FD1-4838-AE88-93DA1A209108}" type="datetimeFigureOut">
              <a:rPr lang="en-IN" smtClean="0"/>
              <a:t>31-03-2026</a:t>
            </a:fld>
            <a:endParaRPr lang="en-IN"/>
          </a:p>
        </p:txBody>
      </p:sp>
      <p:sp>
        <p:nvSpPr>
          <p:cNvPr id="5" name="Footer Placeholder 4">
            <a:extLst>
              <a:ext uri="{FF2B5EF4-FFF2-40B4-BE49-F238E27FC236}">
                <a16:creationId xmlns:a16="http://schemas.microsoft.com/office/drawing/2014/main" id="{FD4F085D-A04D-102B-3F57-887C8F55AA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86B45C-E290-6939-698E-D0D34A499D75}"/>
              </a:ext>
            </a:extLst>
          </p:cNvPr>
          <p:cNvSpPr>
            <a:spLocks noGrp="1"/>
          </p:cNvSpPr>
          <p:nvPr>
            <p:ph type="sldNum" sz="quarter" idx="12"/>
          </p:nvPr>
        </p:nvSpPr>
        <p:spPr/>
        <p:txBody>
          <a:bodyPr/>
          <a:lstStyle/>
          <a:p>
            <a:fld id="{28CA55D4-F7A7-4F44-8CC4-D75750B2F472}" type="slidenum">
              <a:rPr lang="en-IN" smtClean="0"/>
              <a:t>‹#›</a:t>
            </a:fld>
            <a:endParaRPr lang="en-IN"/>
          </a:p>
        </p:txBody>
      </p:sp>
    </p:spTree>
    <p:extLst>
      <p:ext uri="{BB962C8B-B14F-4D97-AF65-F5344CB8AC3E}">
        <p14:creationId xmlns:p14="http://schemas.microsoft.com/office/powerpoint/2010/main" val="1227354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017438-74AB-86FB-09E8-C5B6678BA1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51E63B4-96C5-3DB6-9390-7E417DACA6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270C3F-C8E8-3F92-2511-3D3B4DA97A8E}"/>
              </a:ext>
            </a:extLst>
          </p:cNvPr>
          <p:cNvSpPr>
            <a:spLocks noGrp="1"/>
          </p:cNvSpPr>
          <p:nvPr>
            <p:ph type="dt" sz="half" idx="10"/>
          </p:nvPr>
        </p:nvSpPr>
        <p:spPr/>
        <p:txBody>
          <a:bodyPr/>
          <a:lstStyle/>
          <a:p>
            <a:fld id="{A4D31642-2FD1-4838-AE88-93DA1A209108}" type="datetimeFigureOut">
              <a:rPr lang="en-IN" smtClean="0"/>
              <a:t>31-03-2026</a:t>
            </a:fld>
            <a:endParaRPr lang="en-IN"/>
          </a:p>
        </p:txBody>
      </p:sp>
      <p:sp>
        <p:nvSpPr>
          <p:cNvPr id="5" name="Footer Placeholder 4">
            <a:extLst>
              <a:ext uri="{FF2B5EF4-FFF2-40B4-BE49-F238E27FC236}">
                <a16:creationId xmlns:a16="http://schemas.microsoft.com/office/drawing/2014/main" id="{4AD9A515-D6B0-0CBB-6C71-BD32D7B10C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B78FB2-CAF5-3040-2494-8FEC0788EBDE}"/>
              </a:ext>
            </a:extLst>
          </p:cNvPr>
          <p:cNvSpPr>
            <a:spLocks noGrp="1"/>
          </p:cNvSpPr>
          <p:nvPr>
            <p:ph type="sldNum" sz="quarter" idx="12"/>
          </p:nvPr>
        </p:nvSpPr>
        <p:spPr/>
        <p:txBody>
          <a:bodyPr/>
          <a:lstStyle/>
          <a:p>
            <a:fld id="{28CA55D4-F7A7-4F44-8CC4-D75750B2F472}" type="slidenum">
              <a:rPr lang="en-IN" smtClean="0"/>
              <a:t>‹#›</a:t>
            </a:fld>
            <a:endParaRPr lang="en-IN"/>
          </a:p>
        </p:txBody>
      </p:sp>
    </p:spTree>
    <p:extLst>
      <p:ext uri="{BB962C8B-B14F-4D97-AF65-F5344CB8AC3E}">
        <p14:creationId xmlns:p14="http://schemas.microsoft.com/office/powerpoint/2010/main" val="3600765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25E7B3-F367-41B0-007E-BA511F5FDF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0F2139-CC0F-5DBE-9E32-AF3A7324BD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EA453C-B176-DBD8-B07D-85114095BB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D31642-2FD1-4838-AE88-93DA1A209108}" type="datetimeFigureOut">
              <a:rPr lang="en-IN" smtClean="0"/>
              <a:t>31-03-2026</a:t>
            </a:fld>
            <a:endParaRPr lang="en-IN"/>
          </a:p>
        </p:txBody>
      </p:sp>
      <p:sp>
        <p:nvSpPr>
          <p:cNvPr id="5" name="Footer Placeholder 4">
            <a:extLst>
              <a:ext uri="{FF2B5EF4-FFF2-40B4-BE49-F238E27FC236}">
                <a16:creationId xmlns:a16="http://schemas.microsoft.com/office/drawing/2014/main" id="{A4A864CD-4455-5A81-4D61-BFAF1261B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FB521C3-0D78-3321-2069-A1F9BD44BD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CA55D4-F7A7-4F44-8CC4-D75750B2F472}" type="slidenum">
              <a:rPr lang="en-IN" smtClean="0"/>
              <a:t>‹#›</a:t>
            </a:fld>
            <a:endParaRPr lang="en-IN"/>
          </a:p>
        </p:txBody>
      </p:sp>
    </p:spTree>
    <p:extLst>
      <p:ext uri="{BB962C8B-B14F-4D97-AF65-F5344CB8AC3E}">
        <p14:creationId xmlns:p14="http://schemas.microsoft.com/office/powerpoint/2010/main" val="2511363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D38B49-3E0A-2560-E855-52C5BE82E31E}"/>
              </a:ext>
            </a:extLst>
          </p:cNvPr>
          <p:cNvSpPr txBox="1"/>
          <p:nvPr/>
        </p:nvSpPr>
        <p:spPr>
          <a:xfrm>
            <a:off x="1845732" y="657580"/>
            <a:ext cx="8627533" cy="4247317"/>
          </a:xfrm>
          <a:prstGeom prst="rect">
            <a:avLst/>
          </a:prstGeom>
          <a:noFill/>
        </p:spPr>
        <p:txBody>
          <a:bodyPr wrap="square">
            <a:spAutoFit/>
          </a:bodyPr>
          <a:lstStyle/>
          <a:p>
            <a:r>
              <a:rPr lang="en-IN" dirty="0"/>
              <a:t>For our project, we used </a:t>
            </a:r>
            <a:r>
              <a:rPr lang="en-IN" dirty="0" err="1"/>
              <a:t>HackerRank</a:t>
            </a:r>
            <a:r>
              <a:rPr lang="en-IN" dirty="0"/>
              <a:t> as our main platform. </a:t>
            </a:r>
            <a:r>
              <a:rPr lang="en-IN" dirty="0" err="1"/>
              <a:t>HackerRank</a:t>
            </a:r>
            <a:r>
              <a:rPr lang="en-IN" dirty="0"/>
              <a:t> is widely used for practising programming skills, solving coding problems, and preparing for technical interviews. It offers challenges in various domains like problem-solving, data structures, algorithms, and programming languages.</a:t>
            </a:r>
          </a:p>
          <a:p>
            <a:r>
              <a:rPr lang="en-IN" dirty="0"/>
              <a:t>During this project, we focused on practising coding questions regularly and improving our logical thinking. We solved problems of different difficulty levels, which helped us understand concepts more clearly and apply them in real situations. We also practised writing clean and efficient code, which is an important skill for any student in the field of technology.</a:t>
            </a:r>
          </a:p>
          <a:p>
            <a:r>
              <a:rPr lang="en-IN" dirty="0"/>
              <a:t>Using </a:t>
            </a:r>
            <a:r>
              <a:rPr lang="en-IN" dirty="0" err="1"/>
              <a:t>HackerRank</a:t>
            </a:r>
            <a:r>
              <a:rPr lang="en-IN" dirty="0"/>
              <a:t> will help us academically by strengthening our problem-solving abilities and programming knowledge. It supports our coursework by giving us practical exposure beyond textbooks. Over time, consistent practice on the platform will improve our confidence in coding and help us perform better in exams, assignments, and technical interviews. It also prepares us for future opportunities like internships and placements in the tech industry.</a:t>
            </a:r>
          </a:p>
        </p:txBody>
      </p:sp>
    </p:spTree>
    <p:extLst>
      <p:ext uri="{BB962C8B-B14F-4D97-AF65-F5344CB8AC3E}">
        <p14:creationId xmlns:p14="http://schemas.microsoft.com/office/powerpoint/2010/main" val="16413123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182</Words>
  <Application>Microsoft Office PowerPoint</Application>
  <PresentationFormat>Widescreen</PresentationFormat>
  <Paragraphs>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sandhyasandhya13666@outlook.com</dc:creator>
  <cp:lastModifiedBy>sandhyasandhya13666@outlook.com</cp:lastModifiedBy>
  <cp:revision>1</cp:revision>
  <dcterms:created xsi:type="dcterms:W3CDTF">2026-03-31T16:25:07Z</dcterms:created>
  <dcterms:modified xsi:type="dcterms:W3CDTF">2026-03-31T16:25:08Z</dcterms:modified>
</cp:coreProperties>
</file>