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A62E-648B-F81E-D789-28A2A7D8D4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8314686-F963-F64A-B4E5-27C08647EC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A03186E-3327-6015-7AAC-1B4A60E16998}"/>
              </a:ext>
            </a:extLst>
          </p:cNvPr>
          <p:cNvSpPr>
            <a:spLocks noGrp="1"/>
          </p:cNvSpPr>
          <p:nvPr>
            <p:ph type="dt" sz="half" idx="10"/>
          </p:nvPr>
        </p:nvSpPr>
        <p:spPr/>
        <p:txBody>
          <a:bodyPr/>
          <a:lstStyle/>
          <a:p>
            <a:fld id="{8A1E9ADA-B2C7-4E86-B481-B26083A78AAB}" type="datetimeFigureOut">
              <a:rPr lang="en-IN" smtClean="0"/>
              <a:t>31-03-2026</a:t>
            </a:fld>
            <a:endParaRPr lang="en-IN"/>
          </a:p>
        </p:txBody>
      </p:sp>
      <p:sp>
        <p:nvSpPr>
          <p:cNvPr id="5" name="Footer Placeholder 4">
            <a:extLst>
              <a:ext uri="{FF2B5EF4-FFF2-40B4-BE49-F238E27FC236}">
                <a16:creationId xmlns:a16="http://schemas.microsoft.com/office/drawing/2014/main" id="{A65A52C2-6B1D-129F-64BC-178EE48539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6E0B19-902A-F001-E7B5-0EA4CCB2556F}"/>
              </a:ext>
            </a:extLst>
          </p:cNvPr>
          <p:cNvSpPr>
            <a:spLocks noGrp="1"/>
          </p:cNvSpPr>
          <p:nvPr>
            <p:ph type="sldNum" sz="quarter" idx="12"/>
          </p:nvPr>
        </p:nvSpPr>
        <p:spPr/>
        <p:txBody>
          <a:bodyPr/>
          <a:lstStyle/>
          <a:p>
            <a:fld id="{E1E1156A-6519-4D49-8C56-2D079DEE345B}" type="slidenum">
              <a:rPr lang="en-IN" smtClean="0"/>
              <a:t>‹#›</a:t>
            </a:fld>
            <a:endParaRPr lang="en-IN"/>
          </a:p>
        </p:txBody>
      </p:sp>
    </p:spTree>
    <p:extLst>
      <p:ext uri="{BB962C8B-B14F-4D97-AF65-F5344CB8AC3E}">
        <p14:creationId xmlns:p14="http://schemas.microsoft.com/office/powerpoint/2010/main" val="3679921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CEE25-719A-6BAE-F9FE-1ED44FFA1E5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E23C170-71A0-E95E-6B73-E692745FB6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65D274-812C-B9DA-200B-45B75A80DA2B}"/>
              </a:ext>
            </a:extLst>
          </p:cNvPr>
          <p:cNvSpPr>
            <a:spLocks noGrp="1"/>
          </p:cNvSpPr>
          <p:nvPr>
            <p:ph type="dt" sz="half" idx="10"/>
          </p:nvPr>
        </p:nvSpPr>
        <p:spPr/>
        <p:txBody>
          <a:bodyPr/>
          <a:lstStyle/>
          <a:p>
            <a:fld id="{8A1E9ADA-B2C7-4E86-B481-B26083A78AAB}" type="datetimeFigureOut">
              <a:rPr lang="en-IN" smtClean="0"/>
              <a:t>31-03-2026</a:t>
            </a:fld>
            <a:endParaRPr lang="en-IN"/>
          </a:p>
        </p:txBody>
      </p:sp>
      <p:sp>
        <p:nvSpPr>
          <p:cNvPr id="5" name="Footer Placeholder 4">
            <a:extLst>
              <a:ext uri="{FF2B5EF4-FFF2-40B4-BE49-F238E27FC236}">
                <a16:creationId xmlns:a16="http://schemas.microsoft.com/office/drawing/2014/main" id="{E10EE171-9B5B-787E-DEE8-C337D8EEA6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B82527-758B-4595-D698-0306F31DCAEB}"/>
              </a:ext>
            </a:extLst>
          </p:cNvPr>
          <p:cNvSpPr>
            <a:spLocks noGrp="1"/>
          </p:cNvSpPr>
          <p:nvPr>
            <p:ph type="sldNum" sz="quarter" idx="12"/>
          </p:nvPr>
        </p:nvSpPr>
        <p:spPr/>
        <p:txBody>
          <a:bodyPr/>
          <a:lstStyle/>
          <a:p>
            <a:fld id="{E1E1156A-6519-4D49-8C56-2D079DEE345B}" type="slidenum">
              <a:rPr lang="en-IN" smtClean="0"/>
              <a:t>‹#›</a:t>
            </a:fld>
            <a:endParaRPr lang="en-IN"/>
          </a:p>
        </p:txBody>
      </p:sp>
    </p:spTree>
    <p:extLst>
      <p:ext uri="{BB962C8B-B14F-4D97-AF65-F5344CB8AC3E}">
        <p14:creationId xmlns:p14="http://schemas.microsoft.com/office/powerpoint/2010/main" val="1919152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F4AD5-278E-3B0B-E3E8-935CD44BBB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55558C1-C3B4-70BF-9F15-CC98B47EB8F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CC623F-9C3F-21EA-1BEA-194B18790FBB}"/>
              </a:ext>
            </a:extLst>
          </p:cNvPr>
          <p:cNvSpPr>
            <a:spLocks noGrp="1"/>
          </p:cNvSpPr>
          <p:nvPr>
            <p:ph type="dt" sz="half" idx="10"/>
          </p:nvPr>
        </p:nvSpPr>
        <p:spPr/>
        <p:txBody>
          <a:bodyPr/>
          <a:lstStyle/>
          <a:p>
            <a:fld id="{8A1E9ADA-B2C7-4E86-B481-B26083A78AAB}" type="datetimeFigureOut">
              <a:rPr lang="en-IN" smtClean="0"/>
              <a:t>31-03-2026</a:t>
            </a:fld>
            <a:endParaRPr lang="en-IN"/>
          </a:p>
        </p:txBody>
      </p:sp>
      <p:sp>
        <p:nvSpPr>
          <p:cNvPr id="5" name="Footer Placeholder 4">
            <a:extLst>
              <a:ext uri="{FF2B5EF4-FFF2-40B4-BE49-F238E27FC236}">
                <a16:creationId xmlns:a16="http://schemas.microsoft.com/office/drawing/2014/main" id="{74B0EF2D-7C2C-0711-2785-92851CAC5B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DAD195-980F-2B5E-80B2-3AE00FE64B01}"/>
              </a:ext>
            </a:extLst>
          </p:cNvPr>
          <p:cNvSpPr>
            <a:spLocks noGrp="1"/>
          </p:cNvSpPr>
          <p:nvPr>
            <p:ph type="sldNum" sz="quarter" idx="12"/>
          </p:nvPr>
        </p:nvSpPr>
        <p:spPr/>
        <p:txBody>
          <a:bodyPr/>
          <a:lstStyle/>
          <a:p>
            <a:fld id="{E1E1156A-6519-4D49-8C56-2D079DEE345B}" type="slidenum">
              <a:rPr lang="en-IN" smtClean="0"/>
              <a:t>‹#›</a:t>
            </a:fld>
            <a:endParaRPr lang="en-IN"/>
          </a:p>
        </p:txBody>
      </p:sp>
    </p:spTree>
    <p:extLst>
      <p:ext uri="{BB962C8B-B14F-4D97-AF65-F5344CB8AC3E}">
        <p14:creationId xmlns:p14="http://schemas.microsoft.com/office/powerpoint/2010/main" val="10242645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18DEC-C71B-FD77-7E4D-A18E85D0DD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DA81B67-E517-4DA0-10AF-6BC927BE07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C9A2EA9-768A-44B8-D1A5-A9DC5A577B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182EE3-DEDE-9695-CF57-8BFE44D096D5}"/>
              </a:ext>
            </a:extLst>
          </p:cNvPr>
          <p:cNvSpPr>
            <a:spLocks noGrp="1"/>
          </p:cNvSpPr>
          <p:nvPr>
            <p:ph type="dt" sz="half" idx="10"/>
          </p:nvPr>
        </p:nvSpPr>
        <p:spPr/>
        <p:txBody>
          <a:bodyPr/>
          <a:lstStyle/>
          <a:p>
            <a:fld id="{8A1E9ADA-B2C7-4E86-B481-B26083A78AAB}" type="datetimeFigureOut">
              <a:rPr lang="en-IN" smtClean="0"/>
              <a:t>31-03-2026</a:t>
            </a:fld>
            <a:endParaRPr lang="en-IN"/>
          </a:p>
        </p:txBody>
      </p:sp>
      <p:sp>
        <p:nvSpPr>
          <p:cNvPr id="6" name="Footer Placeholder 5">
            <a:extLst>
              <a:ext uri="{FF2B5EF4-FFF2-40B4-BE49-F238E27FC236}">
                <a16:creationId xmlns:a16="http://schemas.microsoft.com/office/drawing/2014/main" id="{7F4269F0-17B2-A7F2-26C2-263BDB7F9A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164782-FBEF-6C14-FC48-F8E5E9301920}"/>
              </a:ext>
            </a:extLst>
          </p:cNvPr>
          <p:cNvSpPr>
            <a:spLocks noGrp="1"/>
          </p:cNvSpPr>
          <p:nvPr>
            <p:ph type="sldNum" sz="quarter" idx="12"/>
          </p:nvPr>
        </p:nvSpPr>
        <p:spPr/>
        <p:txBody>
          <a:bodyPr/>
          <a:lstStyle/>
          <a:p>
            <a:fld id="{E1E1156A-6519-4D49-8C56-2D079DEE345B}" type="slidenum">
              <a:rPr lang="en-IN" smtClean="0"/>
              <a:t>‹#›</a:t>
            </a:fld>
            <a:endParaRPr lang="en-IN"/>
          </a:p>
        </p:txBody>
      </p:sp>
    </p:spTree>
    <p:extLst>
      <p:ext uri="{BB962C8B-B14F-4D97-AF65-F5344CB8AC3E}">
        <p14:creationId xmlns:p14="http://schemas.microsoft.com/office/powerpoint/2010/main" val="635096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17D70-6563-84DC-C341-7A92F285715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A1227B-7234-FB78-EFD3-C16EF02508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71AD19-FB34-C999-245E-A9E47EA17B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989ABFC-0320-11D4-8AF0-60230443CB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A155CD-8F3E-CD44-C7BE-B111F9F0FB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B6CA754-4302-865B-4212-B405F463E1EF}"/>
              </a:ext>
            </a:extLst>
          </p:cNvPr>
          <p:cNvSpPr>
            <a:spLocks noGrp="1"/>
          </p:cNvSpPr>
          <p:nvPr>
            <p:ph type="dt" sz="half" idx="10"/>
          </p:nvPr>
        </p:nvSpPr>
        <p:spPr/>
        <p:txBody>
          <a:bodyPr/>
          <a:lstStyle/>
          <a:p>
            <a:fld id="{8A1E9ADA-B2C7-4E86-B481-B26083A78AAB}" type="datetimeFigureOut">
              <a:rPr lang="en-IN" smtClean="0"/>
              <a:t>31-03-2026</a:t>
            </a:fld>
            <a:endParaRPr lang="en-IN"/>
          </a:p>
        </p:txBody>
      </p:sp>
      <p:sp>
        <p:nvSpPr>
          <p:cNvPr id="8" name="Footer Placeholder 7">
            <a:extLst>
              <a:ext uri="{FF2B5EF4-FFF2-40B4-BE49-F238E27FC236}">
                <a16:creationId xmlns:a16="http://schemas.microsoft.com/office/drawing/2014/main" id="{5AF3CF47-1FE2-AFF4-C3EA-FBBDCF1CB81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156BC2B-20CA-714A-16C0-A1B035F8D222}"/>
              </a:ext>
            </a:extLst>
          </p:cNvPr>
          <p:cNvSpPr>
            <a:spLocks noGrp="1"/>
          </p:cNvSpPr>
          <p:nvPr>
            <p:ph type="sldNum" sz="quarter" idx="12"/>
          </p:nvPr>
        </p:nvSpPr>
        <p:spPr/>
        <p:txBody>
          <a:bodyPr/>
          <a:lstStyle/>
          <a:p>
            <a:fld id="{E1E1156A-6519-4D49-8C56-2D079DEE345B}" type="slidenum">
              <a:rPr lang="en-IN" smtClean="0"/>
              <a:t>‹#›</a:t>
            </a:fld>
            <a:endParaRPr lang="en-IN"/>
          </a:p>
        </p:txBody>
      </p:sp>
    </p:spTree>
    <p:extLst>
      <p:ext uri="{BB962C8B-B14F-4D97-AF65-F5344CB8AC3E}">
        <p14:creationId xmlns:p14="http://schemas.microsoft.com/office/powerpoint/2010/main" val="235897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FAAB2-DB5A-7278-3B0C-550E0DC3566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A303A9A-EB9C-EB90-A295-19B02CBAC992}"/>
              </a:ext>
            </a:extLst>
          </p:cNvPr>
          <p:cNvSpPr>
            <a:spLocks noGrp="1"/>
          </p:cNvSpPr>
          <p:nvPr>
            <p:ph type="dt" sz="half" idx="10"/>
          </p:nvPr>
        </p:nvSpPr>
        <p:spPr/>
        <p:txBody>
          <a:bodyPr/>
          <a:lstStyle/>
          <a:p>
            <a:fld id="{8A1E9ADA-B2C7-4E86-B481-B26083A78AAB}" type="datetimeFigureOut">
              <a:rPr lang="en-IN" smtClean="0"/>
              <a:t>31-03-2026</a:t>
            </a:fld>
            <a:endParaRPr lang="en-IN"/>
          </a:p>
        </p:txBody>
      </p:sp>
      <p:sp>
        <p:nvSpPr>
          <p:cNvPr id="4" name="Footer Placeholder 3">
            <a:extLst>
              <a:ext uri="{FF2B5EF4-FFF2-40B4-BE49-F238E27FC236}">
                <a16:creationId xmlns:a16="http://schemas.microsoft.com/office/drawing/2014/main" id="{2AD12074-C3A7-8249-FA56-E9B154D180F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360E4E1-579E-9798-9EA7-C1B98AEA7CDD}"/>
              </a:ext>
            </a:extLst>
          </p:cNvPr>
          <p:cNvSpPr>
            <a:spLocks noGrp="1"/>
          </p:cNvSpPr>
          <p:nvPr>
            <p:ph type="sldNum" sz="quarter" idx="12"/>
          </p:nvPr>
        </p:nvSpPr>
        <p:spPr/>
        <p:txBody>
          <a:bodyPr/>
          <a:lstStyle/>
          <a:p>
            <a:fld id="{E1E1156A-6519-4D49-8C56-2D079DEE345B}" type="slidenum">
              <a:rPr lang="en-IN" smtClean="0"/>
              <a:t>‹#›</a:t>
            </a:fld>
            <a:endParaRPr lang="en-IN"/>
          </a:p>
        </p:txBody>
      </p:sp>
    </p:spTree>
    <p:extLst>
      <p:ext uri="{BB962C8B-B14F-4D97-AF65-F5344CB8AC3E}">
        <p14:creationId xmlns:p14="http://schemas.microsoft.com/office/powerpoint/2010/main" val="359617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824BF6-7407-9BAD-2A9C-664629279857}"/>
              </a:ext>
            </a:extLst>
          </p:cNvPr>
          <p:cNvSpPr>
            <a:spLocks noGrp="1"/>
          </p:cNvSpPr>
          <p:nvPr>
            <p:ph type="dt" sz="half" idx="10"/>
          </p:nvPr>
        </p:nvSpPr>
        <p:spPr/>
        <p:txBody>
          <a:bodyPr/>
          <a:lstStyle/>
          <a:p>
            <a:fld id="{8A1E9ADA-B2C7-4E86-B481-B26083A78AAB}" type="datetimeFigureOut">
              <a:rPr lang="en-IN" smtClean="0"/>
              <a:t>31-03-2026</a:t>
            </a:fld>
            <a:endParaRPr lang="en-IN"/>
          </a:p>
        </p:txBody>
      </p:sp>
      <p:sp>
        <p:nvSpPr>
          <p:cNvPr id="3" name="Footer Placeholder 2">
            <a:extLst>
              <a:ext uri="{FF2B5EF4-FFF2-40B4-BE49-F238E27FC236}">
                <a16:creationId xmlns:a16="http://schemas.microsoft.com/office/drawing/2014/main" id="{E613F79C-7F1F-D33F-0ED0-BC0C5865466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1A83E8A-8988-A1AD-070A-E8D24F5FF6F0}"/>
              </a:ext>
            </a:extLst>
          </p:cNvPr>
          <p:cNvSpPr>
            <a:spLocks noGrp="1"/>
          </p:cNvSpPr>
          <p:nvPr>
            <p:ph type="sldNum" sz="quarter" idx="12"/>
          </p:nvPr>
        </p:nvSpPr>
        <p:spPr/>
        <p:txBody>
          <a:bodyPr/>
          <a:lstStyle/>
          <a:p>
            <a:fld id="{E1E1156A-6519-4D49-8C56-2D079DEE345B}" type="slidenum">
              <a:rPr lang="en-IN" smtClean="0"/>
              <a:t>‹#›</a:t>
            </a:fld>
            <a:endParaRPr lang="en-IN"/>
          </a:p>
        </p:txBody>
      </p:sp>
    </p:spTree>
    <p:extLst>
      <p:ext uri="{BB962C8B-B14F-4D97-AF65-F5344CB8AC3E}">
        <p14:creationId xmlns:p14="http://schemas.microsoft.com/office/powerpoint/2010/main" val="185112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D4EF4-ED4B-8762-8D95-092491B8F5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FD64243-B7A3-F583-A9F1-3091DAB5E5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E5DEBC4-1ACB-16A7-0580-7AB6C52646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71F06E-40FE-85F9-5F77-DF8B206D6485}"/>
              </a:ext>
            </a:extLst>
          </p:cNvPr>
          <p:cNvSpPr>
            <a:spLocks noGrp="1"/>
          </p:cNvSpPr>
          <p:nvPr>
            <p:ph type="dt" sz="half" idx="10"/>
          </p:nvPr>
        </p:nvSpPr>
        <p:spPr/>
        <p:txBody>
          <a:bodyPr/>
          <a:lstStyle/>
          <a:p>
            <a:fld id="{8A1E9ADA-B2C7-4E86-B481-B26083A78AAB}" type="datetimeFigureOut">
              <a:rPr lang="en-IN" smtClean="0"/>
              <a:t>31-03-2026</a:t>
            </a:fld>
            <a:endParaRPr lang="en-IN"/>
          </a:p>
        </p:txBody>
      </p:sp>
      <p:sp>
        <p:nvSpPr>
          <p:cNvPr id="6" name="Footer Placeholder 5">
            <a:extLst>
              <a:ext uri="{FF2B5EF4-FFF2-40B4-BE49-F238E27FC236}">
                <a16:creationId xmlns:a16="http://schemas.microsoft.com/office/drawing/2014/main" id="{9636D857-1C46-94AD-032B-9596B200FB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2B9469-EF98-6107-537D-E7460898B357}"/>
              </a:ext>
            </a:extLst>
          </p:cNvPr>
          <p:cNvSpPr>
            <a:spLocks noGrp="1"/>
          </p:cNvSpPr>
          <p:nvPr>
            <p:ph type="sldNum" sz="quarter" idx="12"/>
          </p:nvPr>
        </p:nvSpPr>
        <p:spPr/>
        <p:txBody>
          <a:bodyPr/>
          <a:lstStyle/>
          <a:p>
            <a:fld id="{E1E1156A-6519-4D49-8C56-2D079DEE345B}" type="slidenum">
              <a:rPr lang="en-IN" smtClean="0"/>
              <a:t>‹#›</a:t>
            </a:fld>
            <a:endParaRPr lang="en-IN"/>
          </a:p>
        </p:txBody>
      </p:sp>
    </p:spTree>
    <p:extLst>
      <p:ext uri="{BB962C8B-B14F-4D97-AF65-F5344CB8AC3E}">
        <p14:creationId xmlns:p14="http://schemas.microsoft.com/office/powerpoint/2010/main" val="855694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C732D-55EE-1533-88BE-7C894382FB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C2627E7-4B77-9B81-2F4A-4EAB1784D2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F2E1690-0051-1297-21AB-B245EF4E43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93C4B1-9ED6-BEF8-BD41-85E159524B6C}"/>
              </a:ext>
            </a:extLst>
          </p:cNvPr>
          <p:cNvSpPr>
            <a:spLocks noGrp="1"/>
          </p:cNvSpPr>
          <p:nvPr>
            <p:ph type="dt" sz="half" idx="10"/>
          </p:nvPr>
        </p:nvSpPr>
        <p:spPr/>
        <p:txBody>
          <a:bodyPr/>
          <a:lstStyle/>
          <a:p>
            <a:fld id="{8A1E9ADA-B2C7-4E86-B481-B26083A78AAB}" type="datetimeFigureOut">
              <a:rPr lang="en-IN" smtClean="0"/>
              <a:t>31-03-2026</a:t>
            </a:fld>
            <a:endParaRPr lang="en-IN"/>
          </a:p>
        </p:txBody>
      </p:sp>
      <p:sp>
        <p:nvSpPr>
          <p:cNvPr id="6" name="Footer Placeholder 5">
            <a:extLst>
              <a:ext uri="{FF2B5EF4-FFF2-40B4-BE49-F238E27FC236}">
                <a16:creationId xmlns:a16="http://schemas.microsoft.com/office/drawing/2014/main" id="{17C5A9DE-967B-7DBF-ABB1-9C762C1402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6395F7-9061-5C91-5EF7-04D2B56F0D3B}"/>
              </a:ext>
            </a:extLst>
          </p:cNvPr>
          <p:cNvSpPr>
            <a:spLocks noGrp="1"/>
          </p:cNvSpPr>
          <p:nvPr>
            <p:ph type="sldNum" sz="quarter" idx="12"/>
          </p:nvPr>
        </p:nvSpPr>
        <p:spPr/>
        <p:txBody>
          <a:bodyPr/>
          <a:lstStyle/>
          <a:p>
            <a:fld id="{E1E1156A-6519-4D49-8C56-2D079DEE345B}" type="slidenum">
              <a:rPr lang="en-IN" smtClean="0"/>
              <a:t>‹#›</a:t>
            </a:fld>
            <a:endParaRPr lang="en-IN"/>
          </a:p>
        </p:txBody>
      </p:sp>
    </p:spTree>
    <p:extLst>
      <p:ext uri="{BB962C8B-B14F-4D97-AF65-F5344CB8AC3E}">
        <p14:creationId xmlns:p14="http://schemas.microsoft.com/office/powerpoint/2010/main" val="747611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D3D70-9E07-4E44-4898-37B5E972198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4151490-1489-983C-3C0C-6326269E6E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55E1B4-4CC4-4C80-1D95-2BD67F9A4C7B}"/>
              </a:ext>
            </a:extLst>
          </p:cNvPr>
          <p:cNvSpPr>
            <a:spLocks noGrp="1"/>
          </p:cNvSpPr>
          <p:nvPr>
            <p:ph type="dt" sz="half" idx="10"/>
          </p:nvPr>
        </p:nvSpPr>
        <p:spPr/>
        <p:txBody>
          <a:bodyPr/>
          <a:lstStyle/>
          <a:p>
            <a:fld id="{8A1E9ADA-B2C7-4E86-B481-B26083A78AAB}" type="datetimeFigureOut">
              <a:rPr lang="en-IN" smtClean="0"/>
              <a:t>31-03-2026</a:t>
            </a:fld>
            <a:endParaRPr lang="en-IN"/>
          </a:p>
        </p:txBody>
      </p:sp>
      <p:sp>
        <p:nvSpPr>
          <p:cNvPr id="5" name="Footer Placeholder 4">
            <a:extLst>
              <a:ext uri="{FF2B5EF4-FFF2-40B4-BE49-F238E27FC236}">
                <a16:creationId xmlns:a16="http://schemas.microsoft.com/office/drawing/2014/main" id="{255F3D6D-7368-7B48-BFB1-DD6218ACC2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A839E7-57DF-E40F-1222-1899E974EEFB}"/>
              </a:ext>
            </a:extLst>
          </p:cNvPr>
          <p:cNvSpPr>
            <a:spLocks noGrp="1"/>
          </p:cNvSpPr>
          <p:nvPr>
            <p:ph type="sldNum" sz="quarter" idx="12"/>
          </p:nvPr>
        </p:nvSpPr>
        <p:spPr/>
        <p:txBody>
          <a:bodyPr/>
          <a:lstStyle/>
          <a:p>
            <a:fld id="{E1E1156A-6519-4D49-8C56-2D079DEE345B}" type="slidenum">
              <a:rPr lang="en-IN" smtClean="0"/>
              <a:t>‹#›</a:t>
            </a:fld>
            <a:endParaRPr lang="en-IN"/>
          </a:p>
        </p:txBody>
      </p:sp>
    </p:spTree>
    <p:extLst>
      <p:ext uri="{BB962C8B-B14F-4D97-AF65-F5344CB8AC3E}">
        <p14:creationId xmlns:p14="http://schemas.microsoft.com/office/powerpoint/2010/main" val="2721343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237F51-E2D5-1291-DC43-A6D1E174E73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3AFED3-45BF-C3C2-056C-492E4DE9D4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C4356C-FAA2-736E-B574-43B8316B1EAC}"/>
              </a:ext>
            </a:extLst>
          </p:cNvPr>
          <p:cNvSpPr>
            <a:spLocks noGrp="1"/>
          </p:cNvSpPr>
          <p:nvPr>
            <p:ph type="dt" sz="half" idx="10"/>
          </p:nvPr>
        </p:nvSpPr>
        <p:spPr/>
        <p:txBody>
          <a:bodyPr/>
          <a:lstStyle/>
          <a:p>
            <a:fld id="{8A1E9ADA-B2C7-4E86-B481-B26083A78AAB}" type="datetimeFigureOut">
              <a:rPr lang="en-IN" smtClean="0"/>
              <a:t>31-03-2026</a:t>
            </a:fld>
            <a:endParaRPr lang="en-IN"/>
          </a:p>
        </p:txBody>
      </p:sp>
      <p:sp>
        <p:nvSpPr>
          <p:cNvPr id="5" name="Footer Placeholder 4">
            <a:extLst>
              <a:ext uri="{FF2B5EF4-FFF2-40B4-BE49-F238E27FC236}">
                <a16:creationId xmlns:a16="http://schemas.microsoft.com/office/drawing/2014/main" id="{482492E3-DE4F-55D3-C2DC-E11DA2978E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603596-0D8B-8F63-0B86-282FE0A36A7E}"/>
              </a:ext>
            </a:extLst>
          </p:cNvPr>
          <p:cNvSpPr>
            <a:spLocks noGrp="1"/>
          </p:cNvSpPr>
          <p:nvPr>
            <p:ph type="sldNum" sz="quarter" idx="12"/>
          </p:nvPr>
        </p:nvSpPr>
        <p:spPr/>
        <p:txBody>
          <a:bodyPr/>
          <a:lstStyle/>
          <a:p>
            <a:fld id="{E1E1156A-6519-4D49-8C56-2D079DEE345B}" type="slidenum">
              <a:rPr lang="en-IN" smtClean="0"/>
              <a:t>‹#›</a:t>
            </a:fld>
            <a:endParaRPr lang="en-IN"/>
          </a:p>
        </p:txBody>
      </p:sp>
    </p:spTree>
    <p:extLst>
      <p:ext uri="{BB962C8B-B14F-4D97-AF65-F5344CB8AC3E}">
        <p14:creationId xmlns:p14="http://schemas.microsoft.com/office/powerpoint/2010/main" val="167002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5926B2-FD16-8F92-0F67-C40D0CB75E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A9991E-DE85-F453-B764-9F826C06A3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20BBD6-6EF5-2FE6-E360-6FD48E9F30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A1E9ADA-B2C7-4E86-B481-B26083A78AAB}" type="datetimeFigureOut">
              <a:rPr lang="en-IN" smtClean="0"/>
              <a:t>31-03-2026</a:t>
            </a:fld>
            <a:endParaRPr lang="en-IN"/>
          </a:p>
        </p:txBody>
      </p:sp>
      <p:sp>
        <p:nvSpPr>
          <p:cNvPr id="5" name="Footer Placeholder 4">
            <a:extLst>
              <a:ext uri="{FF2B5EF4-FFF2-40B4-BE49-F238E27FC236}">
                <a16:creationId xmlns:a16="http://schemas.microsoft.com/office/drawing/2014/main" id="{418656A6-1483-F733-2986-4FEC71A302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444C995-833C-6BB3-E609-F5D2A41E92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E1156A-6519-4D49-8C56-2D079DEE345B}" type="slidenum">
              <a:rPr lang="en-IN" smtClean="0"/>
              <a:t>‹#›</a:t>
            </a:fld>
            <a:endParaRPr lang="en-IN"/>
          </a:p>
        </p:txBody>
      </p:sp>
    </p:spTree>
    <p:extLst>
      <p:ext uri="{BB962C8B-B14F-4D97-AF65-F5344CB8AC3E}">
        <p14:creationId xmlns:p14="http://schemas.microsoft.com/office/powerpoint/2010/main" val="13087844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E4E8C5A-5259-157D-A5E3-FE39B57A2386}"/>
              </a:ext>
            </a:extLst>
          </p:cNvPr>
          <p:cNvSpPr txBox="1"/>
          <p:nvPr/>
        </p:nvSpPr>
        <p:spPr>
          <a:xfrm>
            <a:off x="2997200" y="767014"/>
            <a:ext cx="6197600" cy="5601533"/>
          </a:xfrm>
          <a:prstGeom prst="rect">
            <a:avLst/>
          </a:prstGeom>
          <a:noFill/>
        </p:spPr>
        <p:txBody>
          <a:bodyPr wrap="square">
            <a:spAutoFit/>
          </a:bodyPr>
          <a:lstStyle/>
          <a:p>
            <a:r>
              <a:rPr lang="en-IN" sz="2000" dirty="0"/>
              <a:t>Phishing is a type of cybercrime where attackers trick individuals into revealing sensitive information such as passwords, bank details, or personal data. It typically begins with a fraudulent message—often an email, text, or fake website—that appears to come from a trusted source like a bank, social media platform, or well-known company.</a:t>
            </a:r>
          </a:p>
          <a:p>
            <a:r>
              <a:rPr lang="en-IN" sz="2000" dirty="0"/>
              <a:t>The process usually follows several steps. First, the attacker creates a convincing message using logos, official language, and urgent warnings (e.g., “Your account will be locked”). Second, the victim is prompted to click a link or download an attachment. Third, the link leads to a fake website designed to look legitimate, where the victim unknowingly enters their private information. Finally, the attacker collects this data and may use it for financial theft, identity fraud, or further attacks.</a:t>
            </a:r>
          </a:p>
          <a:p>
            <a:endParaRPr lang="en-IN" dirty="0"/>
          </a:p>
        </p:txBody>
      </p:sp>
    </p:spTree>
    <p:extLst>
      <p:ext uri="{BB962C8B-B14F-4D97-AF65-F5344CB8AC3E}">
        <p14:creationId xmlns:p14="http://schemas.microsoft.com/office/powerpoint/2010/main" val="1279575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2A8574-BE0F-E36C-70D7-E68BD075CD66}"/>
              </a:ext>
            </a:extLst>
          </p:cNvPr>
          <p:cNvSpPr txBox="1"/>
          <p:nvPr/>
        </p:nvSpPr>
        <p:spPr>
          <a:xfrm>
            <a:off x="2768599" y="1202268"/>
            <a:ext cx="7543801" cy="3785652"/>
          </a:xfrm>
          <a:prstGeom prst="rect">
            <a:avLst/>
          </a:prstGeom>
          <a:noFill/>
        </p:spPr>
        <p:txBody>
          <a:bodyPr wrap="square">
            <a:spAutoFit/>
          </a:bodyPr>
          <a:lstStyle/>
          <a:p>
            <a:r>
              <a:rPr lang="en-IN" sz="2400" dirty="0"/>
              <a:t>Phishing commonly targets individuals who may not recognize warning signs—such as students, older adults, or employees in organizations. However, anyone with an email account or smartphone can be a target.</a:t>
            </a:r>
          </a:p>
          <a:p>
            <a:r>
              <a:rPr lang="en-IN" sz="2400" dirty="0"/>
              <a:t>The consequences can be serious. Victims may lose money, have their identities stolen, or face unauthorized access to personal accounts. Organizations can suffer data breaches, financial loss, and damage to their reputation. Overall, phishing remains a widespread and dangerous crime due to its simplicity and effectiveness</a:t>
            </a:r>
            <a:r>
              <a:rPr lang="en-IN" dirty="0"/>
              <a:t>.</a:t>
            </a:r>
          </a:p>
        </p:txBody>
      </p:sp>
    </p:spTree>
    <p:extLst>
      <p:ext uri="{BB962C8B-B14F-4D97-AF65-F5344CB8AC3E}">
        <p14:creationId xmlns:p14="http://schemas.microsoft.com/office/powerpoint/2010/main" val="38632888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251</Words>
  <Application>Microsoft Office PowerPoint</Application>
  <PresentationFormat>Widescreen</PresentationFormat>
  <Paragraphs>4</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sandhyasandhya13666@outlook.com</dc:creator>
  <cp:lastModifiedBy>sandhyasandhya13666@outlook.com</cp:lastModifiedBy>
  <cp:revision>1</cp:revision>
  <dcterms:created xsi:type="dcterms:W3CDTF">2026-03-31T13:32:27Z</dcterms:created>
  <dcterms:modified xsi:type="dcterms:W3CDTF">2026-03-31T13:32:28Z</dcterms:modified>
</cp:coreProperties>
</file>