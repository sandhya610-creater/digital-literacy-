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489EA-8992-F967-ED66-932235609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EDA27B-7DE3-7B20-000E-F450B9765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6895E-1898-D989-1AB6-14535AF61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FA1B-9300-4D94-815E-6B7339F4CF12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7E1F2-4E49-F557-1924-447CB05B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C8292-59E9-B257-87E9-22D17F957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E3AFC-C5CE-4301-9FC2-EE060DEF9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264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05FFA-F722-B903-69C1-E3496E6B0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64434-17F3-53EE-2307-ECDC033CB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49446-A17C-FD6C-EC66-249EFD4D2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FA1B-9300-4D94-815E-6B7339F4CF12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D54F1-9842-155B-EEAA-BBD76D900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90131-B5A4-1971-59BF-A3AA922C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E3AFC-C5CE-4301-9FC2-EE060DEF9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478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37B-5906-DA69-DD07-CE5AABE18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AA01E-A068-F4C5-70EB-54D6838C3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BAD57-4A43-FD5E-18C2-1FEA7C3B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FA1B-9300-4D94-815E-6B7339F4CF12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F8A96-1396-6430-4A89-F337C498E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7D90C-F23C-56B3-CA97-FE68CF13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E3AFC-C5CE-4301-9FC2-EE060DEF9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311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AB200-9FC2-9D9C-F261-643083891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B2A4B-B6D6-EC2C-7952-46A7F2CAB0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BAC4D-8980-B40D-F595-3E060A508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10EDD-1382-1795-0C80-0613BFFE8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FA1B-9300-4D94-815E-6B7339F4CF12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6897B-35F1-03A5-09C6-B903C32BA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5FA48-C4F6-02CF-C053-B1F4702C8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E3AFC-C5CE-4301-9FC2-EE060DEF9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462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E95E-8476-1C40-5CCD-17D4C88B0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F4821-1E5F-07F4-BF1F-4D9123C97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A9D90-4311-0469-1070-FF6CDB503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FDBB48-93E5-3844-1F62-82ADDB9987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6A930A-1A74-88BD-770F-448E85EA8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17999-F2BF-A18B-CEE4-A94E9B22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FA1B-9300-4D94-815E-6B7339F4CF12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E09C3-23BA-DBC8-AD9F-ACB456698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00C192-6A72-72D1-9DDC-3A1836CE1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E3AFC-C5CE-4301-9FC2-EE060DEF9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577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8DD-4CE6-F7EC-6081-028003EF8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EBCB9B-61F7-3623-C4B6-2B3D8357A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FA1B-9300-4D94-815E-6B7339F4CF12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5FA8C9-2DF1-C9DE-AC61-CC0FD84B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9BE044-EA8C-0A70-A0D3-E5CE1DE5E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E3AFC-C5CE-4301-9FC2-EE060DEF9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611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1D19C6-1421-5734-E0FE-528531784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FA1B-9300-4D94-815E-6B7339F4CF12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7137DE-B831-19DD-935B-D718C6BB3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5DD87-2E58-5F58-988A-47E9EA7D3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E3AFC-C5CE-4301-9FC2-EE060DEF9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259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9D889-CD4C-871A-7196-3ADCBB305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490B0-5506-5EB2-00BF-4CB5FC4D6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EB9E1-9490-9F87-4B57-A0E413B77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F6C69-BB26-26A4-0FA2-58B1C572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FA1B-9300-4D94-815E-6B7339F4CF12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14037-4141-FA3E-ADE6-37FF0B19A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606A8-F995-A6F8-355B-D4A51CA8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E3AFC-C5CE-4301-9FC2-EE060DEF9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14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719B-17A7-EC0B-F139-03491EDFD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1C699C-8874-2F73-768A-8A94EF17A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A1C4F-66FF-F5D6-9EC1-F2F8D62D9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DBE59-41E2-F2EF-A65B-92AFF4854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FA1B-9300-4D94-815E-6B7339F4CF12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47D726-FCF7-ED04-746D-C7E87111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EDB52-1FD3-AA93-09A4-43D1A86C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E3AFC-C5CE-4301-9FC2-EE060DEF9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827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A2EA0-B0F1-CB88-64B6-763345791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96C99-1E8A-5C17-B838-231972877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9131-7213-887F-31C2-17F6CEAC8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FA1B-9300-4D94-815E-6B7339F4CF12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709B3-D364-3897-EBA2-F3ECBFC45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F70EC-B953-A788-505D-93E2FEDDC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E3AFC-C5CE-4301-9FC2-EE060DEF9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98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CA3D20-C63F-24DC-8F62-2CD3ED4630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62FA4-5EC6-9097-AF12-C90C8711B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B5152-64A3-D9CC-2F18-4119D26F7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FA1B-9300-4D94-815E-6B7339F4CF12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97CD9-6434-B3BB-9F29-31B46B72D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EF16F-D7E8-2FC8-8AF5-FB724C6AF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E3AFC-C5CE-4301-9FC2-EE060DEF9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201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C9AAE2-0C36-384F-887E-67A892E8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1C452-1F58-7F48-54C4-E6A659908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26D63-04DB-16F2-1520-BBE57F489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AFA1B-9300-4D94-815E-6B7339F4CF12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19EE7-4EAA-B2EB-E353-67E50DE64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B4D29-F03C-1FC4-9A00-E7356CD47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E3AFC-C5CE-4301-9FC2-EE060DEF9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000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875C21-F351-74CA-5F3A-97CD7F8802A7}"/>
              </a:ext>
            </a:extLst>
          </p:cNvPr>
          <p:cNvSpPr txBox="1"/>
          <p:nvPr/>
        </p:nvSpPr>
        <p:spPr>
          <a:xfrm>
            <a:off x="812800" y="837780"/>
            <a:ext cx="105664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Stay Safe Online – Checklist for College Students (India)</a:t>
            </a:r>
          </a:p>
          <a:p>
            <a:r>
              <a:rPr lang="en-IN" dirty="0"/>
              <a:t>Use strong, unique passwords for each account and enable two-factor authentication (2FA) wherever possible.</a:t>
            </a:r>
          </a:p>
          <a:p>
            <a:r>
              <a:rPr lang="en-IN" dirty="0"/>
              <a:t>Never click on suspicious links in emails, SMS, or WhatsApp messages, especially those creating urgency.</a:t>
            </a:r>
          </a:p>
          <a:p>
            <a:r>
              <a:rPr lang="en-IN" dirty="0"/>
              <a:t>Always verify the sender’s email address or phone number before sharing any personal or academic information.</a:t>
            </a:r>
          </a:p>
          <a:p>
            <a:r>
              <a:rPr lang="en-IN" dirty="0"/>
              <a:t>Avoid using public Wi-Fi for logging into banking, UPI, or important accounts. Use a VPN if necessary.</a:t>
            </a:r>
          </a:p>
          <a:p>
            <a:r>
              <a:rPr lang="en-IN" dirty="0"/>
              <a:t>Keep your devices updated with the latest security patches and install trusted antivirus software.</a:t>
            </a:r>
          </a:p>
          <a:p>
            <a:r>
              <a:rPr lang="en-IN" dirty="0"/>
              <a:t>Do not share OTPs, passwords, or PINs with anyone—even if they claim to be from your bank or college.</a:t>
            </a:r>
          </a:p>
          <a:p>
            <a:r>
              <a:rPr lang="en-IN" dirty="0"/>
              <a:t>Check website URLs carefully; ensure they start with “https://”⁠� before entering sensitive information.</a:t>
            </a:r>
          </a:p>
          <a:p>
            <a:r>
              <a:rPr lang="en-IN" dirty="0"/>
              <a:t>UPI &amp; Financial Safety:</a:t>
            </a:r>
          </a:p>
          <a:p>
            <a:r>
              <a:rPr lang="en-IN" dirty="0"/>
              <a:t>Never approve unknown UPI collect requests—receiving money does NOT require entering a PIN.</a:t>
            </a:r>
          </a:p>
          <a:p>
            <a:r>
              <a:rPr lang="en-IN" dirty="0"/>
              <a:t>Use official banking/UPI apps only and double-check QR codes before scanning to make payments.</a:t>
            </a:r>
          </a:p>
          <a:p>
            <a:r>
              <a:rPr lang="en-IN" dirty="0"/>
              <a:t>Log out of shared devices and avoid saving passwords on public or borrowed systems.</a:t>
            </a:r>
          </a:p>
          <a:p>
            <a:r>
              <a:rPr lang="en-IN" dirty="0"/>
              <a:t>Regularly monitor your bank statements and transaction history for any suspicious activity.</a:t>
            </a:r>
          </a:p>
        </p:txBody>
      </p:sp>
    </p:spTree>
    <p:extLst>
      <p:ext uri="{BB962C8B-B14F-4D97-AF65-F5344CB8AC3E}">
        <p14:creationId xmlns:p14="http://schemas.microsoft.com/office/powerpoint/2010/main" val="252775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sandhyasandhya13666@outlook.com</dc:creator>
  <cp:lastModifiedBy>sandhyasandhya13666@outlook.com</cp:lastModifiedBy>
  <cp:revision>1</cp:revision>
  <dcterms:created xsi:type="dcterms:W3CDTF">2026-03-31T13:38:21Z</dcterms:created>
  <dcterms:modified xsi:type="dcterms:W3CDTF">2026-03-31T13:38:22Z</dcterms:modified>
</cp:coreProperties>
</file>