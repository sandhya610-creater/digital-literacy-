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0478-8A0F-BC22-47B1-08E07D9C8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BA8A15-A21C-A4A0-934C-B2DDC0EB8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C2834-5187-B941-E0E8-115B470DC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9CBDB-A5F9-4EE2-8E8A-8766BA7612A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B9F5D-A8AA-DD28-BF18-F0F4777B4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46415-04D4-A7B0-6B90-9FA8B844F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4AC7-BC25-4DB6-B9D3-A04C34ECE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24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8E2AE-2DEA-B723-705E-03A4D5B26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8B9F1-1BC2-C29F-C59A-FAF4996B6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955D7-C418-EF62-960F-DF4BE099D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9CBDB-A5F9-4EE2-8E8A-8766BA7612A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FEA58-A111-2BDC-766C-D46580073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EDA70-AE1D-D89B-3B73-2B3CB7849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4AC7-BC25-4DB6-B9D3-A04C34ECE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455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CC206-0932-1FC1-35C2-6C5AD952E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1325E-41A2-B28A-99A3-500FB999D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8CED6-2183-BCBC-0028-20887B629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9CBDB-A5F9-4EE2-8E8A-8766BA7612A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8B34A-CCB9-4B40-00C2-5059BC3DA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EE63F-55F1-CC90-FFDF-BE28E431D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4AC7-BC25-4DB6-B9D3-A04C34ECE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254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6E45E-83ED-BD63-CDB2-3DA095A78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5F26C-4AC3-E257-BC18-1DFC29CEC4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4A45A2-D042-3AFA-1D1D-0EE484A28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41259-AAE6-FF79-4954-A3C8589F7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9CBDB-A5F9-4EE2-8E8A-8766BA7612A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3FB9BD-1A6F-B7F0-2014-175A001A6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BC1692-4810-58FC-C280-2C6D30B8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4AC7-BC25-4DB6-B9D3-A04C34ECE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778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C55D1-A779-18F2-4E35-97AABBAC3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B64F9-4183-7201-A28D-B8288B52B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3C2485-4200-AF90-5916-18940A98EE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6AB1B5-11D3-172F-0641-F63132EC6E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E1D837-E92C-1090-3D6B-59087C5026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8A2AB-71D5-557D-F09A-8412732ED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9CBDB-A5F9-4EE2-8E8A-8766BA7612A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A7C2A-4128-B94C-2798-6BDDA2E99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0166AE-7997-8C0D-BB7D-21E9DF01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4AC7-BC25-4DB6-B9D3-A04C34ECE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255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EA18D-EDF2-99C2-0CA9-4A0AEA84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7A123B-2424-AAC5-2169-86C6AC5B5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9CBDB-A5F9-4EE2-8E8A-8766BA7612A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451D3-AD76-7D93-CFE0-39C32603E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5455DF-86D7-9517-3F5D-36F14FC06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4AC7-BC25-4DB6-B9D3-A04C34ECE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361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0A056D-F7B6-6E95-228A-0065BEFF4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9CBDB-A5F9-4EE2-8E8A-8766BA7612A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23F944-8E4F-09C4-6DB5-385F82D0D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57B29-C6AA-1EB1-3E60-712F25639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4AC7-BC25-4DB6-B9D3-A04C34ECE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578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6652A-2A59-3518-CB16-90012159A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06802-0033-88EA-3A0C-33148F3CF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F6362-636F-C6F0-E70B-230F56A250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B55ED-158C-5D1A-91B9-2AF2E3974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9CBDB-A5F9-4EE2-8E8A-8766BA7612A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36E30-7A37-BC01-F36E-1451D88CD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311FF-B9ED-60CF-3249-495EA9D28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4AC7-BC25-4DB6-B9D3-A04C34ECE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62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3418A-5C14-556B-81FE-A3D061D6F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22B56-DC87-DD5E-6F44-B5AA570745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D57AC-5620-D070-1AB3-76465CC7FD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9446D-545B-C728-0778-111E67F2F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9CBDB-A5F9-4EE2-8E8A-8766BA7612A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8EDC86-D503-5482-7848-891164E98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89D55-554C-4837-A701-0E47E8DB8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4AC7-BC25-4DB6-B9D3-A04C34ECE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792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82A78-A324-0F61-243C-2C748D9DA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72611E-DB5E-7DBF-355D-0DA970D6FF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715DA-E7EF-AAD3-291C-E50422914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9CBDB-A5F9-4EE2-8E8A-8766BA7612A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654CC-D11A-5AF4-5C1E-81D17944E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B21D2-2C4A-42A5-1645-07E5799E6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4AC7-BC25-4DB6-B9D3-A04C34ECE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200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93AA08-E5B9-8060-C382-68F227F628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807C67-9882-F61E-08AA-93E75A243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A848A-A2BF-3EF4-C695-4FAD03A4A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9CBDB-A5F9-4EE2-8E8A-8766BA7612A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F0612-4DCE-39B0-9C48-1F4F89800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8119D-3AA2-D34F-2340-BA123B7B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54AC7-BC25-4DB6-B9D3-A04C34ECE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812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116B34-0AB5-A67B-0A49-9D4A4E2D7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FBFB7-3C75-2903-2DE9-809E99214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5F2FF-6507-0EDF-56DB-9CA9FEDDD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D9CBDB-A5F9-4EE2-8E8A-8766BA7612A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DFCB6-0DCC-DC95-EB41-E79EDC199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770B4-9077-67E8-6537-27600F3E2C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B54AC7-BC25-4DB6-B9D3-A04C34ECEB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960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1DB3448-F678-1969-D774-5C7F6261A857}"/>
              </a:ext>
            </a:extLst>
          </p:cNvPr>
          <p:cNvSpPr txBox="1"/>
          <p:nvPr/>
        </p:nvSpPr>
        <p:spPr>
          <a:xfrm>
            <a:off x="1938866" y="1342241"/>
            <a:ext cx="854286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While researching cybercrime, what surprised me most was how simple phishing attacks can be and yet how effective they remain. I learned that attackers don’t always rely on advanced technology—instead, they exploit human emotions like fear, urgency, and curiosity. Even well-educated people, including college students, can fall victim if they are not careful. It was also surprising to see how quickly a small mistake, like clicking a fake link or sharing an OTP, can lead to serious financial loss or identity theft.</a:t>
            </a:r>
          </a:p>
          <a:p>
            <a:r>
              <a:rPr lang="en-IN" dirty="0"/>
              <a:t>As a result of this research, one habit I will personally change is being more cautious before clicking on any link or responding to messages that ask for personal information. I will always verify the source and avoid rushing into actions online, especially when it involves money or sensitive data.</a:t>
            </a:r>
          </a:p>
        </p:txBody>
      </p:sp>
    </p:spTree>
    <p:extLst>
      <p:ext uri="{BB962C8B-B14F-4D97-AF65-F5344CB8AC3E}">
        <p14:creationId xmlns:p14="http://schemas.microsoft.com/office/powerpoint/2010/main" val="1069093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sandhyasandhya13666@outlook.com</dc:creator>
  <cp:lastModifiedBy>sandhyasandhya13666@outlook.com</cp:lastModifiedBy>
  <cp:revision>1</cp:revision>
  <dcterms:created xsi:type="dcterms:W3CDTF">2026-03-31T13:41:33Z</dcterms:created>
  <dcterms:modified xsi:type="dcterms:W3CDTF">2026-03-31T13:41:34Z</dcterms:modified>
</cp:coreProperties>
</file>