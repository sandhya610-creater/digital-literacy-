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F2335-A746-E33E-9759-D70B9D8B53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4E965A-6AF5-AEA5-7F83-96FF53B9F3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188CAF-47B4-F464-917B-343ADC1A1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30549-1D2C-40C2-A7BD-15C5CD0B6D25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0CFB-7A86-B5CC-C119-86598904B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67767A-B014-A51E-BDB7-EBDA2E91A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1BB50-48A8-434C-9F59-1E463596F1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2561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649C9-1C16-E21D-CCEF-878F0EEF9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E4D1B-37DB-8110-8EA4-D640488E84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1E419-6124-D991-1F10-3BAD693B7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30549-1D2C-40C2-A7BD-15C5CD0B6D25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0FFC4-3E92-0899-72D2-4125B7AB8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927D6B-A3F4-8795-D4D4-445094735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1BB50-48A8-434C-9F59-1E463596F1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995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272CE-E586-4F1C-5984-3314EE8EE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181E2C-11EF-EF06-C324-7F84DC039A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04629A-3B1A-C324-BE35-2F1C85E23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30549-1D2C-40C2-A7BD-15C5CD0B6D25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E4CFD-D875-09FA-0A2A-FDD46680A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DA1DF-352F-4B7B-C3A8-DAAB63F3F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1BB50-48A8-434C-9F59-1E463596F1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4988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F28CE-D366-93E3-B20C-8FF45BD60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D5E2A-717C-65BA-858B-2014E19B50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9CDA8C-2534-8726-C684-C6E6998A07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E53D2F-CBAF-0BB0-3E23-F8BD47FEA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30549-1D2C-40C2-A7BD-15C5CD0B6D25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BEB8C6-1ACD-AAF0-00E8-CA010842E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DA3051-0C7A-08C2-8DD0-705D03162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1BB50-48A8-434C-9F59-1E463596F1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3192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D6DD6-C671-89E8-5AEF-2B1EA9F3C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C2C4AA-94AE-2B79-9CEA-7DEA9C6924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EDB5EB-B980-C18E-3B46-2C1910DC8A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8840DC-5FF6-84BF-1B68-9A06EC5604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428BB6-F270-C81A-6FA5-539022A256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21B461-0328-C8E0-85EC-433EABF9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30549-1D2C-40C2-A7BD-15C5CD0B6D25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D8E19-6AFB-C013-3858-01BBCD0A1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5DF638-C483-8568-6672-187A4EDCB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1BB50-48A8-434C-9F59-1E463596F1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7265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2AA27-E4E9-714C-A3C7-830652823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6CDBBC-D655-F965-7877-23EC15B6B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30549-1D2C-40C2-A7BD-15C5CD0B6D25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5F9F5B-92C8-ECA5-87A2-845644C96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038D65-AF6F-C1DF-B374-5253ADD2A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1BB50-48A8-434C-9F59-1E463596F1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2204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D94362-63D3-5DCF-EF96-164AD54E5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30549-1D2C-40C2-A7BD-15C5CD0B6D25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78F27B-AA42-DA82-74E3-331582C5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363CFC-B9BD-1121-4E4F-8012F800C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1BB50-48A8-434C-9F59-1E463596F1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1354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8258F-3BBC-74C4-E8B0-F29C36753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6E321-1266-8E71-E2BA-9595B1A6A5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F78D5B-AA90-059A-9B20-F31DB59AD9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9EC710-7301-E2D0-E1AD-EA8F39D49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30549-1D2C-40C2-A7BD-15C5CD0B6D25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60A041-9D1E-3A59-157D-346BEF439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0BE4F2-2E32-B49B-9DE4-165106709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1BB50-48A8-434C-9F59-1E463596F1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6039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806CB-19A8-6973-C0B5-2809A87D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E005C4-C7E1-B8DF-8D6C-7E0F29402A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62FB5C-20F0-9F14-60D1-541BCA42CB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9A59AD-CBED-E9C7-B9E4-A133CAA8F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30549-1D2C-40C2-A7BD-15C5CD0B6D25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18A314-A097-5332-C123-4A71A4A10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CB635-A33A-E9FF-94B5-B764A6E3B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1BB50-48A8-434C-9F59-1E463596F1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3909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2E0C2-1C62-E25C-F1FA-2A490F898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4BB928-30BF-3549-63D4-CDF5CE4F0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587FC-972E-31EA-3A86-EDB137E88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30549-1D2C-40C2-A7BD-15C5CD0B6D25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2807D-30F8-8784-220A-2F1A2F283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5C98A-6216-AF32-691B-64666D2E8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1BB50-48A8-434C-9F59-1E463596F1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5508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4D629C-F874-398E-6DA6-8B374DACD2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EA4C21-0AA0-106B-1ECF-CC9C48472D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1AD52-19DA-A482-F29B-E2E224FD4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30549-1D2C-40C2-A7BD-15C5CD0B6D25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DA4BE-DD14-F332-F34B-5A924BDA6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5ED38-AF14-613E-FE1E-DC8CD255B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1BB50-48A8-434C-9F59-1E463596F1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5818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D5DCA2-7886-5F89-0AD7-52E312E48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31C525-43CD-C0C2-0321-4180CBCA92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CD753D-FB41-050B-9D6D-D211A3A93B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E30549-1D2C-40C2-A7BD-15C5CD0B6D25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D64BC5-2A36-1901-5299-F3C3DDEADE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FD621B-D526-61C9-71B9-51025791A7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91BB50-48A8-434C-9F59-1E463596F1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308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385C784-4D2B-F5F5-B942-3C745C882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SOCIAL  MEADIA CHECKLIST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746787F-30AE-FAE3-0B93-D08E0425CA7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DO’S</a:t>
            </a:r>
          </a:p>
          <a:p>
            <a:r>
              <a:rPr lang="en-US" dirty="0"/>
              <a:t>Do secure your account</a:t>
            </a:r>
          </a:p>
          <a:p>
            <a:r>
              <a:rPr lang="en-US" dirty="0"/>
              <a:t>Do review privacy setting regularly</a:t>
            </a:r>
          </a:p>
          <a:p>
            <a:r>
              <a:rPr lang="en-US" dirty="0"/>
              <a:t>Do verify friend requests</a:t>
            </a:r>
          </a:p>
          <a:p>
            <a:r>
              <a:rPr lang="en-US" dirty="0"/>
              <a:t>Do think before post</a:t>
            </a:r>
          </a:p>
          <a:p>
            <a:r>
              <a:rPr lang="en-US" dirty="0"/>
              <a:t>Do engage respectfully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07C478-E2E7-767D-B612-61003919F23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DON’TS</a:t>
            </a:r>
          </a:p>
          <a:p>
            <a:r>
              <a:rPr lang="en-US" dirty="0"/>
              <a:t>Don’t use simple passwords</a:t>
            </a:r>
          </a:p>
          <a:p>
            <a:r>
              <a:rPr lang="en-US" dirty="0"/>
              <a:t>Don’t post personal information</a:t>
            </a:r>
          </a:p>
          <a:p>
            <a:r>
              <a:rPr lang="en-US" dirty="0"/>
              <a:t>Don’t click suspicious links</a:t>
            </a:r>
          </a:p>
          <a:p>
            <a:r>
              <a:rPr lang="en-US" dirty="0"/>
              <a:t>Don’t take personality quiz</a:t>
            </a:r>
          </a:p>
          <a:p>
            <a:r>
              <a:rPr lang="en-US" dirty="0"/>
              <a:t>Don’t </a:t>
            </a:r>
            <a:r>
              <a:rPr lang="en-US"/>
              <a:t>complain about work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70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SOCIAL  MEADIA CHECKLIST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sandhyasandhya13666@outlook.com</dc:creator>
  <cp:lastModifiedBy>sandhyasandhya13666@outlook.com</cp:lastModifiedBy>
  <cp:revision>1</cp:revision>
  <dcterms:created xsi:type="dcterms:W3CDTF">2026-03-31T12:44:46Z</dcterms:created>
  <dcterms:modified xsi:type="dcterms:W3CDTF">2026-03-31T12:44:47Z</dcterms:modified>
</cp:coreProperties>
</file>