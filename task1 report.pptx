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C0CCC-D31E-1468-A724-015F115883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0A93B9-1282-41C3-2588-528197359A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0262E0-52F0-10E1-0101-4B4B3762AF40}"/>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76055390-969F-63A3-F425-FABA007BF8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CD437A-9ACA-FA3B-D877-C126DF8E5D1D}"/>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940952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25D6D-EF00-9A31-3038-802578C93B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A174EB-F540-8E82-F897-ADF6ACB21E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D00A1A-F022-DBEA-F03D-AD89AE205B7A}"/>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25DDDB33-2F12-64FB-3477-090D9D455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57396D-F7C8-38A2-1B75-1DD0658FACF2}"/>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356219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965F-A8CF-CB51-6A74-BF959605A7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476D63-F50D-4EB4-1852-280EC72F19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8A46B2-E88D-8BF9-BFBC-FE95C4CC9A15}"/>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65D6067C-C3CE-3D85-8585-D8F548D5AC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68252-DD44-6FC6-5A32-497166E6E7C0}"/>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1949305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37CF4-84EF-446C-4ADD-F851168EF9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7E7493-D196-7FC8-0213-14578EEA14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050E73-124A-2E0B-D993-2F82C742E0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757D60-B138-2462-0D4E-21557F131462}"/>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6" name="Footer Placeholder 5">
            <a:extLst>
              <a:ext uri="{FF2B5EF4-FFF2-40B4-BE49-F238E27FC236}">
                <a16:creationId xmlns:a16="http://schemas.microsoft.com/office/drawing/2014/main" id="{A359BFC0-2C20-B31F-6346-9547BB75B8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17AF96-9642-80DF-DF43-8768D1DA2B74}"/>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3367387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388A-65B2-79B7-6513-18D8688390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91AEBB-94E1-8219-F2A4-51242214D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89C3D-C9A4-9C7C-6CC5-678E78E444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51195A-CB68-D390-4708-A61B69A2E4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18A02E-D5A8-DB65-9AA8-F3747318B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806EEC-BAB4-10EF-6245-6A3CA5FE0F90}"/>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8" name="Footer Placeholder 7">
            <a:extLst>
              <a:ext uri="{FF2B5EF4-FFF2-40B4-BE49-F238E27FC236}">
                <a16:creationId xmlns:a16="http://schemas.microsoft.com/office/drawing/2014/main" id="{7A529C0F-B00A-7744-3FC6-E2A4FECDDA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2DC30B-4DA4-A2B0-8FF9-2301642432A3}"/>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23231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3048-D35E-1E59-58BA-D3E006FFBC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239FBF-28BA-96D4-8074-F33D701FBE3F}"/>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4" name="Footer Placeholder 3">
            <a:extLst>
              <a:ext uri="{FF2B5EF4-FFF2-40B4-BE49-F238E27FC236}">
                <a16:creationId xmlns:a16="http://schemas.microsoft.com/office/drawing/2014/main" id="{5D12BAA9-0631-F16E-4CFE-EF9111B8C4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253891-C0A6-0646-FD71-C914492A26DC}"/>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1926238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43229-4D3C-59E4-C246-BF693448062F}"/>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3" name="Footer Placeholder 2">
            <a:extLst>
              <a:ext uri="{FF2B5EF4-FFF2-40B4-BE49-F238E27FC236}">
                <a16:creationId xmlns:a16="http://schemas.microsoft.com/office/drawing/2014/main" id="{180ABC8E-DC06-0C8A-8A8A-8F99689B36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149220-C399-F33B-678C-43AC77D3AF9E}"/>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434693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EC1C6-BE1F-7091-9901-08769F8B0D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82BBA8-2764-325B-E45C-4EC8AC8BC1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5CFFD7-29C4-2BB4-2578-CA4F9F319C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03B046-703B-9320-F890-20BA10919537}"/>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6" name="Footer Placeholder 5">
            <a:extLst>
              <a:ext uri="{FF2B5EF4-FFF2-40B4-BE49-F238E27FC236}">
                <a16:creationId xmlns:a16="http://schemas.microsoft.com/office/drawing/2014/main" id="{AAFE9432-3617-9225-55D2-518647AB3B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EC4C8F-520A-3D1B-938A-A4A0C4ACB79C}"/>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2943435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6A78-7510-39E7-08E0-681AC5FDFC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17884F-A1C9-8F80-12DC-4DDF5353AB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C9CA0E-8D0F-AD9E-E425-44C82734B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048D6-BE19-EA17-8FF9-66A5BA9DA105}"/>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6" name="Footer Placeholder 5">
            <a:extLst>
              <a:ext uri="{FF2B5EF4-FFF2-40B4-BE49-F238E27FC236}">
                <a16:creationId xmlns:a16="http://schemas.microsoft.com/office/drawing/2014/main" id="{0A082546-A8AD-6B32-E517-103F757C02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F91A99-1C76-C6D1-F227-87CB3542B402}"/>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3652757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73AAC-0178-DB14-92FC-AE1C786466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0721B5-4FD7-D38C-0111-B0FAF7661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0DCD4-6B26-BCE4-6DEA-B3343079B879}"/>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6454258F-D445-440B-FCA7-7D5748114C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30AD85-7C31-76CF-0BAE-72B78EBAD834}"/>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1207411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3726DE-28A6-017D-ACC7-A5EF4A0937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FB87B2-3BAB-9C52-3D28-5155442E8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9F6FA-21A7-E37D-63E7-4DE79DA04A53}"/>
              </a:ext>
            </a:extLst>
          </p:cNvPr>
          <p:cNvSpPr>
            <a:spLocks noGrp="1"/>
          </p:cNvSpPr>
          <p:nvPr>
            <p:ph type="dt" sz="half" idx="10"/>
          </p:nvPr>
        </p:nvSpPr>
        <p:spPr/>
        <p:txBody>
          <a:body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939766AD-C17B-51B7-5BBB-478CDA491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1EE06D-AD3A-F46F-503C-F407EB67BFB9}"/>
              </a:ext>
            </a:extLst>
          </p:cNvPr>
          <p:cNvSpPr>
            <a:spLocks noGrp="1"/>
          </p:cNvSpPr>
          <p:nvPr>
            <p:ph type="sldNum" sz="quarter" idx="12"/>
          </p:nvPr>
        </p:nvSpPr>
        <p:spPr/>
        <p:txBody>
          <a:bodyPr/>
          <a:lstStyle/>
          <a:p>
            <a:fld id="{4878BD00-FF63-4A04-863B-9BF753B4F7A2}" type="slidenum">
              <a:rPr lang="en-IN" smtClean="0"/>
              <a:t>‹#›</a:t>
            </a:fld>
            <a:endParaRPr lang="en-IN"/>
          </a:p>
        </p:txBody>
      </p:sp>
    </p:spTree>
    <p:extLst>
      <p:ext uri="{BB962C8B-B14F-4D97-AF65-F5344CB8AC3E}">
        <p14:creationId xmlns:p14="http://schemas.microsoft.com/office/powerpoint/2010/main" val="1786622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E7E5D7-393D-7BF3-A126-4385BAFF1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B6BD48-A2AF-C015-1F34-4A4EAB635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9674AB-B0B3-F87C-92FC-943A623B40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45811B-2E76-43A6-85D4-93B5C71B987C}" type="datetimeFigureOut">
              <a:rPr lang="en-IN" smtClean="0"/>
              <a:t>31-03-2026</a:t>
            </a:fld>
            <a:endParaRPr lang="en-IN"/>
          </a:p>
        </p:txBody>
      </p:sp>
      <p:sp>
        <p:nvSpPr>
          <p:cNvPr id="5" name="Footer Placeholder 4">
            <a:extLst>
              <a:ext uri="{FF2B5EF4-FFF2-40B4-BE49-F238E27FC236}">
                <a16:creationId xmlns:a16="http://schemas.microsoft.com/office/drawing/2014/main" id="{F6535D3A-936A-8EAA-5AF3-6107823844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19004F7-8423-664F-F6EB-27A168A1E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78BD00-FF63-4A04-863B-9BF753B4F7A2}" type="slidenum">
              <a:rPr lang="en-IN" smtClean="0"/>
              <a:t>‹#›</a:t>
            </a:fld>
            <a:endParaRPr lang="en-IN"/>
          </a:p>
        </p:txBody>
      </p:sp>
    </p:spTree>
    <p:extLst>
      <p:ext uri="{BB962C8B-B14F-4D97-AF65-F5344CB8AC3E}">
        <p14:creationId xmlns:p14="http://schemas.microsoft.com/office/powerpoint/2010/main" val="200225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DAA54E-4161-3C19-D406-E31BC2D660AD}"/>
              </a:ext>
            </a:extLst>
          </p:cNvPr>
          <p:cNvSpPr txBox="1"/>
          <p:nvPr/>
        </p:nvSpPr>
        <p:spPr>
          <a:xfrm>
            <a:off x="3048000" y="612845"/>
            <a:ext cx="6096000" cy="5632311"/>
          </a:xfrm>
          <a:prstGeom prst="rect">
            <a:avLst/>
          </a:prstGeom>
          <a:noFill/>
        </p:spPr>
        <p:txBody>
          <a:bodyPr wrap="square">
            <a:spAutoFit/>
          </a:bodyPr>
          <a:lstStyle/>
          <a:p>
            <a:r>
              <a:rPr lang="en-IN"/>
              <a:t>I created my project report using Canva as the primary design tool. </a:t>
            </a:r>
            <a:r>
              <a:rPr lang="en-IN" dirty="0"/>
              <a:t>Canva was helpful because it offers a wide range of templates, fonts, and visual elements that made it easy to create a clean and professional layout without needing advanced design skills.</a:t>
            </a:r>
          </a:p>
          <a:p>
            <a:r>
              <a:rPr lang="en-IN" dirty="0"/>
              <a:t>My design presents a structured report that includes a title page, introduction, main content sections, and a conclusion. I used headings, icons, and </a:t>
            </a:r>
            <a:r>
              <a:rPr lang="en-IN" dirty="0" err="1"/>
              <a:t>color</a:t>
            </a:r>
            <a:r>
              <a:rPr lang="en-IN" dirty="0"/>
              <a:t> themes to make the information visually appealing and easy to understand. The report focuses on clearly presenting key ideas, supported by simple graphics and organized text to maintain readability.</a:t>
            </a:r>
          </a:p>
          <a:p>
            <a:r>
              <a:rPr lang="en-IN" dirty="0"/>
              <a:t>One thing I found both difficult and interesting was selecting the right design elements that balanced creativity with professionalism. It was sometimes challenging to avoid overcrowding the page while still making it visually engaging. However, this process helped me better understand how design choices can impact how information is perceived. Overall, it was a valuable experience that improved both my creativity and attention to detail.</a:t>
            </a:r>
          </a:p>
        </p:txBody>
      </p:sp>
    </p:spTree>
    <p:extLst>
      <p:ext uri="{BB962C8B-B14F-4D97-AF65-F5344CB8AC3E}">
        <p14:creationId xmlns:p14="http://schemas.microsoft.com/office/powerpoint/2010/main" val="4081827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180</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sandhyasandhya13666@outlook.com</dc:creator>
  <cp:lastModifiedBy>sandhyasandhya13666@outlook.com</cp:lastModifiedBy>
  <cp:revision>1</cp:revision>
  <dcterms:created xsi:type="dcterms:W3CDTF">2026-03-31T12:34:41Z</dcterms:created>
  <dcterms:modified xsi:type="dcterms:W3CDTF">2026-03-31T12:34:42Z</dcterms:modified>
</cp:coreProperties>
</file>